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5"/>
  </p:notesMasterIdLst>
  <p:sldIdLst>
    <p:sldId id="256" r:id="rId2"/>
    <p:sldId id="259" r:id="rId3"/>
    <p:sldId id="295" r:id="rId4"/>
    <p:sldId id="261" r:id="rId5"/>
    <p:sldId id="262" r:id="rId6"/>
    <p:sldId id="263" r:id="rId7"/>
    <p:sldId id="264" r:id="rId8"/>
    <p:sldId id="265" r:id="rId9"/>
    <p:sldId id="266" r:id="rId10"/>
    <p:sldId id="267" r:id="rId11"/>
    <p:sldId id="268" r:id="rId12"/>
    <p:sldId id="270" r:id="rId13"/>
    <p:sldId id="271" r:id="rId14"/>
    <p:sldId id="272" r:id="rId15"/>
    <p:sldId id="273" r:id="rId16"/>
    <p:sldId id="297" r:id="rId17"/>
    <p:sldId id="274" r:id="rId18"/>
    <p:sldId id="275" r:id="rId19"/>
    <p:sldId id="276" r:id="rId20"/>
    <p:sldId id="278" r:id="rId21"/>
    <p:sldId id="279" r:id="rId22"/>
    <p:sldId id="280" r:id="rId23"/>
    <p:sldId id="282" r:id="rId24"/>
    <p:sldId id="283" r:id="rId25"/>
    <p:sldId id="284" r:id="rId26"/>
    <p:sldId id="285" r:id="rId27"/>
    <p:sldId id="286" r:id="rId28"/>
    <p:sldId id="288" r:id="rId29"/>
    <p:sldId id="290" r:id="rId30"/>
    <p:sldId id="292" r:id="rId31"/>
    <p:sldId id="296" r:id="rId32"/>
    <p:sldId id="293" r:id="rId33"/>
    <p:sldId id="294" r:id="rId34"/>
  </p:sldIdLst>
  <p:sldSz cx="12192000" cy="6858000"/>
  <p:notesSz cx="7010400" cy="9296400"/>
  <p:defaultTextStyle>
    <a:defPPr>
      <a:defRPr lang="en-US"/>
    </a:defPPr>
    <a:lvl1pPr marL="0" algn="l" defTabSz="1086775" rtl="0" eaLnBrk="1" latinLnBrk="0" hangingPunct="1">
      <a:defRPr sz="2200" kern="1200">
        <a:solidFill>
          <a:schemeClr val="tx1"/>
        </a:solidFill>
        <a:latin typeface="+mn-lt"/>
        <a:ea typeface="+mn-ea"/>
        <a:cs typeface="+mn-cs"/>
      </a:defRPr>
    </a:lvl1pPr>
    <a:lvl2pPr marL="543388" algn="l" defTabSz="1086775" rtl="0" eaLnBrk="1" latinLnBrk="0" hangingPunct="1">
      <a:defRPr sz="2200" kern="1200">
        <a:solidFill>
          <a:schemeClr val="tx1"/>
        </a:solidFill>
        <a:latin typeface="+mn-lt"/>
        <a:ea typeface="+mn-ea"/>
        <a:cs typeface="+mn-cs"/>
      </a:defRPr>
    </a:lvl2pPr>
    <a:lvl3pPr marL="1086775" algn="l" defTabSz="1086775" rtl="0" eaLnBrk="1" latinLnBrk="0" hangingPunct="1">
      <a:defRPr sz="2200" kern="1200">
        <a:solidFill>
          <a:schemeClr val="tx1"/>
        </a:solidFill>
        <a:latin typeface="+mn-lt"/>
        <a:ea typeface="+mn-ea"/>
        <a:cs typeface="+mn-cs"/>
      </a:defRPr>
    </a:lvl3pPr>
    <a:lvl4pPr marL="1630163" algn="l" defTabSz="1086775" rtl="0" eaLnBrk="1" latinLnBrk="0" hangingPunct="1">
      <a:defRPr sz="2200" kern="1200">
        <a:solidFill>
          <a:schemeClr val="tx1"/>
        </a:solidFill>
        <a:latin typeface="+mn-lt"/>
        <a:ea typeface="+mn-ea"/>
        <a:cs typeface="+mn-cs"/>
      </a:defRPr>
    </a:lvl4pPr>
    <a:lvl5pPr marL="2173551" algn="l" defTabSz="1086775" rtl="0" eaLnBrk="1" latinLnBrk="0" hangingPunct="1">
      <a:defRPr sz="2200" kern="1200">
        <a:solidFill>
          <a:schemeClr val="tx1"/>
        </a:solidFill>
        <a:latin typeface="+mn-lt"/>
        <a:ea typeface="+mn-ea"/>
        <a:cs typeface="+mn-cs"/>
      </a:defRPr>
    </a:lvl5pPr>
    <a:lvl6pPr marL="2716938" algn="l" defTabSz="1086775" rtl="0" eaLnBrk="1" latinLnBrk="0" hangingPunct="1">
      <a:defRPr sz="2200" kern="1200">
        <a:solidFill>
          <a:schemeClr val="tx1"/>
        </a:solidFill>
        <a:latin typeface="+mn-lt"/>
        <a:ea typeface="+mn-ea"/>
        <a:cs typeface="+mn-cs"/>
      </a:defRPr>
    </a:lvl6pPr>
    <a:lvl7pPr marL="3260326" algn="l" defTabSz="1086775" rtl="0" eaLnBrk="1" latinLnBrk="0" hangingPunct="1">
      <a:defRPr sz="2200" kern="1200">
        <a:solidFill>
          <a:schemeClr val="tx1"/>
        </a:solidFill>
        <a:latin typeface="+mn-lt"/>
        <a:ea typeface="+mn-ea"/>
        <a:cs typeface="+mn-cs"/>
      </a:defRPr>
    </a:lvl7pPr>
    <a:lvl8pPr marL="3803713" algn="l" defTabSz="1086775" rtl="0" eaLnBrk="1" latinLnBrk="0" hangingPunct="1">
      <a:defRPr sz="2200" kern="1200">
        <a:solidFill>
          <a:schemeClr val="tx1"/>
        </a:solidFill>
        <a:latin typeface="+mn-lt"/>
        <a:ea typeface="+mn-ea"/>
        <a:cs typeface="+mn-cs"/>
      </a:defRPr>
    </a:lvl8pPr>
    <a:lvl9pPr marL="4347102" algn="l" defTabSz="1086775" rtl="0" eaLnBrk="1" latinLnBrk="0" hangingPunct="1">
      <a:defRPr sz="2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0">
          <p15:clr>
            <a:srgbClr val="A4A3A4"/>
          </p15:clr>
        </p15:guide>
        <p15:guide id="2" pos="2880">
          <p15:clr>
            <a:srgbClr val="A4A3A4"/>
          </p15:clr>
        </p15:guide>
        <p15:guide id="3" pos="7368">
          <p15:clr>
            <a:srgbClr val="A4A3A4"/>
          </p15:clr>
        </p15:guide>
        <p15:guide id="4" pos="141">
          <p15:clr>
            <a:srgbClr val="A4A3A4"/>
          </p15:clr>
        </p15:guide>
        <p15:guide id="5" orient="horz" pos="2160">
          <p15:clr>
            <a:srgbClr val="A4A3A4"/>
          </p15:clr>
        </p15:guide>
        <p15:guide id="6" pos="499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92" d="100"/>
          <a:sy n="92" d="100"/>
        </p:scale>
        <p:origin x="84" y="321"/>
      </p:cViewPr>
      <p:guideLst>
        <p:guide orient="horz" pos="360"/>
        <p:guide pos="2880"/>
        <p:guide pos="7368"/>
        <p:guide pos="141"/>
        <p:guide orient="horz" pos="2160"/>
        <p:guide pos="4992"/>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BD21DB3F-31FE-49D5-AA63-2E308B87BF63}" type="datetimeFigureOut">
              <a:rPr lang="zh-TW" altLang="en-US" smtClean="0"/>
              <a:t>2025/11/20</a:t>
            </a:fld>
            <a:endParaRPr lang="zh-TW" altLang="en-US"/>
          </a:p>
        </p:txBody>
      </p:sp>
      <p:sp>
        <p:nvSpPr>
          <p:cNvPr id="4" name="投影片圖像版面配置區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0B691378-8749-4388-929B-0C6DA478B4B8}" type="slidenum">
              <a:rPr lang="zh-TW" altLang="en-US" smtClean="0"/>
              <a:t>‹#›</a:t>
            </a:fld>
            <a:endParaRPr lang="zh-TW" altLang="en-US"/>
          </a:p>
        </p:txBody>
      </p:sp>
    </p:spTree>
    <p:extLst>
      <p:ext uri="{BB962C8B-B14F-4D97-AF65-F5344CB8AC3E}">
        <p14:creationId xmlns:p14="http://schemas.microsoft.com/office/powerpoint/2010/main" val="2478055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2</a:t>
            </a:fld>
            <a:endParaRPr lang="en-US"/>
          </a:p>
        </p:txBody>
      </p:sp>
    </p:spTree>
    <p:extLst>
      <p:ext uri="{BB962C8B-B14F-4D97-AF65-F5344CB8AC3E}">
        <p14:creationId xmlns:p14="http://schemas.microsoft.com/office/powerpoint/2010/main" val="1819029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4</a:t>
            </a:fld>
            <a:endParaRPr lang="en-US"/>
          </a:p>
        </p:txBody>
      </p:sp>
    </p:spTree>
    <p:extLst>
      <p:ext uri="{BB962C8B-B14F-4D97-AF65-F5344CB8AC3E}">
        <p14:creationId xmlns:p14="http://schemas.microsoft.com/office/powerpoint/2010/main" val="2522889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5</a:t>
            </a:fld>
            <a:endParaRPr lang="en-US"/>
          </a:p>
        </p:txBody>
      </p:sp>
    </p:spTree>
    <p:extLst>
      <p:ext uri="{BB962C8B-B14F-4D97-AF65-F5344CB8AC3E}">
        <p14:creationId xmlns:p14="http://schemas.microsoft.com/office/powerpoint/2010/main" val="2522889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6</a:t>
            </a:fld>
            <a:endParaRPr lang="en-US"/>
          </a:p>
        </p:txBody>
      </p:sp>
    </p:spTree>
    <p:extLst>
      <p:ext uri="{BB962C8B-B14F-4D97-AF65-F5344CB8AC3E}">
        <p14:creationId xmlns:p14="http://schemas.microsoft.com/office/powerpoint/2010/main" val="2522889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8</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9</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10</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11</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12</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13</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14</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15</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16</a:t>
            </a:fld>
            <a:endParaRPr lang="en-US"/>
          </a:p>
        </p:txBody>
      </p:sp>
    </p:spTree>
    <p:extLst>
      <p:ext uri="{BB962C8B-B14F-4D97-AF65-F5344CB8AC3E}">
        <p14:creationId xmlns:p14="http://schemas.microsoft.com/office/powerpoint/2010/main" val="3408450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17</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18</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19</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20</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21</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22</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23</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24</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25</a:t>
            </a:fld>
            <a:endParaRPr lang="en-US"/>
          </a:p>
        </p:txBody>
      </p:sp>
    </p:spTree>
    <p:extLst>
      <p:ext uri="{BB962C8B-B14F-4D97-AF65-F5344CB8AC3E}">
        <p14:creationId xmlns:p14="http://schemas.microsoft.com/office/powerpoint/2010/main" val="1177086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4844F2-82D7-490B-A8CD-E87EB4B78A90}" type="slidenum">
              <a:rPr lang="en-US" smtClean="0"/>
              <a:pPr/>
              <a:t>28</a:t>
            </a:fld>
            <a:endParaRPr lang="en-US"/>
          </a:p>
        </p:txBody>
      </p:sp>
    </p:spTree>
    <p:extLst>
      <p:ext uri="{BB962C8B-B14F-4D97-AF65-F5344CB8AC3E}">
        <p14:creationId xmlns:p14="http://schemas.microsoft.com/office/powerpoint/2010/main" val="35808531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406400" y="696913"/>
            <a:ext cx="6197600" cy="3486150"/>
          </a:xfrm>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AA4844F2-82D7-490B-A8CD-E87EB4B78A90}" type="slidenum">
              <a:rPr lang="en-US" smtClean="0"/>
              <a:pPr/>
              <a:t>32</a:t>
            </a:fld>
            <a:endParaRPr lang="en-US"/>
          </a:p>
        </p:txBody>
      </p:sp>
    </p:spTree>
    <p:extLst>
      <p:ext uri="{BB962C8B-B14F-4D97-AF65-F5344CB8AC3E}">
        <p14:creationId xmlns:p14="http://schemas.microsoft.com/office/powerpoint/2010/main" val="10485951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r="49979"/>
          <a:stretch/>
        </p:blipFill>
        <p:spPr>
          <a:xfrm rot="10800000">
            <a:off x="-1" y="-857"/>
            <a:ext cx="6096000" cy="6858000"/>
          </a:xfrm>
          <a:prstGeom prst="rect">
            <a:avLst/>
          </a:prstGeom>
        </p:spPr>
      </p:pic>
      <p:sp>
        <p:nvSpPr>
          <p:cNvPr id="2" name="Title 1"/>
          <p:cNvSpPr>
            <a:spLocks noGrp="1"/>
          </p:cNvSpPr>
          <p:nvPr>
            <p:ph type="ctrTitle" hasCustomPrompt="1"/>
          </p:nvPr>
        </p:nvSpPr>
        <p:spPr bwMode="gray">
          <a:xfrm>
            <a:off x="427701" y="2889534"/>
            <a:ext cx="5417220" cy="1077218"/>
          </a:xfrm>
        </p:spPr>
        <p:txBody>
          <a:bodyPr wrap="square" tIns="91440" anchor="ctr" anchorCtr="0">
            <a:spAutoFit/>
          </a:bodyPr>
          <a:lstStyle>
            <a:lvl1pPr>
              <a:lnSpc>
                <a:spcPct val="80000"/>
              </a:lnSpc>
              <a:defRPr sz="4000" b="0" cap="all" baseline="0">
                <a:solidFill>
                  <a:schemeClr val="bg1"/>
                </a:solidFill>
                <a:effectLst/>
                <a:latin typeface="+mj-lt"/>
              </a:defRPr>
            </a:lvl1pPr>
          </a:lstStyle>
          <a:p>
            <a:r>
              <a:rPr lang="en-US" dirty="0"/>
              <a:t>Click to Add Presentation Title</a:t>
            </a:r>
          </a:p>
        </p:txBody>
      </p:sp>
      <p:sp>
        <p:nvSpPr>
          <p:cNvPr id="3" name="Subtitle 2"/>
          <p:cNvSpPr>
            <a:spLocks noGrp="1"/>
          </p:cNvSpPr>
          <p:nvPr>
            <p:ph type="subTitle" idx="1" hasCustomPrompt="1"/>
          </p:nvPr>
        </p:nvSpPr>
        <p:spPr bwMode="gray">
          <a:xfrm>
            <a:off x="427702" y="5448375"/>
            <a:ext cx="5424946" cy="276999"/>
          </a:xfrm>
        </p:spPr>
        <p:txBody>
          <a:bodyPr wrap="square" anchor="b">
            <a:spAutoFit/>
          </a:bodyPr>
          <a:lstStyle>
            <a:lvl1pPr marL="0" indent="0" algn="l">
              <a:spcBef>
                <a:spcPts val="0"/>
              </a:spcBef>
              <a:buNone/>
              <a:defRPr sz="2000" b="0">
                <a:solidFill>
                  <a:schemeClr val="bg1"/>
                </a:solidFill>
                <a:effectLst/>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Presenter’s Name</a:t>
            </a:r>
          </a:p>
        </p:txBody>
      </p:sp>
      <p:sp>
        <p:nvSpPr>
          <p:cNvPr id="8" name="Text Placeholder 7"/>
          <p:cNvSpPr>
            <a:spLocks noGrp="1"/>
          </p:cNvSpPr>
          <p:nvPr>
            <p:ph type="body" sz="quarter" idx="10" hasCustomPrompt="1"/>
          </p:nvPr>
        </p:nvSpPr>
        <p:spPr bwMode="gray">
          <a:xfrm>
            <a:off x="427702" y="5759941"/>
            <a:ext cx="5424946" cy="221599"/>
          </a:xfrm>
        </p:spPr>
        <p:txBody>
          <a:bodyPr>
            <a:spAutoFit/>
          </a:bodyPr>
          <a:lstStyle>
            <a:lvl1pPr marL="0" indent="0" algn="l">
              <a:buNone/>
              <a:defRPr sz="1600">
                <a:solidFill>
                  <a:schemeClr val="bg1"/>
                </a:solidFill>
                <a:effectLst/>
                <a:latin typeface="+mn-lt"/>
              </a:defRPr>
            </a:lvl1pPr>
            <a:lvl2pPr marL="455613"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Click to Add Presenter’s Title</a:t>
            </a:r>
          </a:p>
        </p:txBody>
      </p:sp>
      <p:sp>
        <p:nvSpPr>
          <p:cNvPr id="10" name="Text Placeholder 9"/>
          <p:cNvSpPr>
            <a:spLocks noGrp="1"/>
          </p:cNvSpPr>
          <p:nvPr>
            <p:ph type="body" sz="quarter" idx="12" hasCustomPrompt="1"/>
          </p:nvPr>
        </p:nvSpPr>
        <p:spPr bwMode="gray">
          <a:xfrm>
            <a:off x="427702" y="6247689"/>
            <a:ext cx="5424946" cy="193899"/>
          </a:xfrm>
        </p:spPr>
        <p:txBody>
          <a:bodyPr>
            <a:spAutoFit/>
          </a:bodyPr>
          <a:lstStyle>
            <a:lvl1pPr marL="0" indent="0" algn="l">
              <a:buFontTx/>
              <a:buNone/>
              <a:defRPr sz="1400">
                <a:solidFill>
                  <a:schemeClr val="bg1"/>
                </a:solidFill>
                <a:effectLst/>
                <a:latin typeface="+mn-lt"/>
              </a:defRPr>
            </a:lvl1pPr>
            <a:lvl2pPr marL="455613" indent="0">
              <a:buFontTx/>
              <a:buNone/>
              <a:defRPr sz="1500">
                <a:solidFill>
                  <a:schemeClr val="bg1"/>
                </a:solidFill>
                <a:latin typeface="Arial Narrow" pitchFamily="34" charset="0"/>
              </a:defRPr>
            </a:lvl2pPr>
            <a:lvl3pPr marL="914400" indent="0">
              <a:buFontTx/>
              <a:buNone/>
              <a:defRPr sz="1500">
                <a:solidFill>
                  <a:schemeClr val="bg1"/>
                </a:solidFill>
                <a:latin typeface="Arial Narrow" pitchFamily="34" charset="0"/>
              </a:defRPr>
            </a:lvl3pPr>
            <a:lvl4pPr marL="1371600" indent="0">
              <a:buFontTx/>
              <a:buNone/>
              <a:defRPr sz="1500">
                <a:solidFill>
                  <a:schemeClr val="bg1"/>
                </a:solidFill>
                <a:latin typeface="Arial Narrow" pitchFamily="34" charset="0"/>
              </a:defRPr>
            </a:lvl4pPr>
            <a:lvl5pPr marL="1828800" indent="0">
              <a:buFontTx/>
              <a:buNone/>
              <a:defRPr sz="1500">
                <a:solidFill>
                  <a:schemeClr val="bg1"/>
                </a:solidFill>
                <a:latin typeface="Arial Narrow" pitchFamily="34" charset="0"/>
              </a:defRPr>
            </a:lvl5pPr>
          </a:lstStyle>
          <a:p>
            <a:pPr lvl="0"/>
            <a:r>
              <a:rPr lang="en-US" dirty="0"/>
              <a:t>Click to Add Date</a:t>
            </a:r>
          </a:p>
        </p:txBody>
      </p:sp>
      <p:sp>
        <p:nvSpPr>
          <p:cNvPr id="13" name="Rectangle 12"/>
          <p:cNvSpPr/>
          <p:nvPr/>
        </p:nvSpPr>
        <p:spPr bwMode="gray">
          <a:xfrm>
            <a:off x="6068568" y="0"/>
            <a:ext cx="548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3845" y="2733717"/>
            <a:ext cx="3580310" cy="1390566"/>
          </a:xfrm>
          <a:prstGeom prst="rect">
            <a:avLst/>
          </a:prstGeom>
        </p:spPr>
      </p:pic>
    </p:spTree>
    <p:extLst>
      <p:ext uri="{BB962C8B-B14F-4D97-AF65-F5344CB8AC3E}">
        <p14:creationId xmlns:p14="http://schemas.microsoft.com/office/powerpoint/2010/main" val="9197880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37579" y="1222375"/>
            <a:ext cx="11471932" cy="4956048"/>
          </a:xfrm>
        </p:spPr>
        <p:txBody>
          <a:bodyPr>
            <a:normAutofit/>
          </a:bodyPr>
          <a:lstStyle>
            <a:lvl1pPr marL="273582" indent="-273582">
              <a:lnSpc>
                <a:spcPct val="90000"/>
              </a:lnSpc>
              <a:spcBef>
                <a:spcPts val="2139"/>
              </a:spcBef>
              <a:buClr>
                <a:schemeClr val="tx1"/>
              </a:buClr>
              <a:defRPr sz="2200" b="0">
                <a:solidFill>
                  <a:schemeClr val="tx1"/>
                </a:solidFill>
                <a:latin typeface="+mn-lt"/>
              </a:defRPr>
            </a:lvl1pPr>
            <a:lvl2pPr marL="813195" indent="-271694">
              <a:lnSpc>
                <a:spcPct val="90000"/>
              </a:lnSpc>
              <a:spcBef>
                <a:spcPts val="0"/>
              </a:spcBef>
              <a:spcAft>
                <a:spcPts val="238"/>
              </a:spcAft>
              <a:defRPr sz="2000" b="0">
                <a:solidFill>
                  <a:schemeClr val="tx1"/>
                </a:solidFill>
                <a:latin typeface="+mn-lt"/>
              </a:defRPr>
            </a:lvl2pPr>
            <a:lvl3pPr marL="1358470" indent="-271694">
              <a:lnSpc>
                <a:spcPct val="90000"/>
              </a:lnSpc>
              <a:spcBef>
                <a:spcPts val="0"/>
              </a:spcBef>
              <a:spcAft>
                <a:spcPts val="238"/>
              </a:spcAft>
              <a:defRPr sz="1800" b="0">
                <a:solidFill>
                  <a:schemeClr val="tx1"/>
                </a:solidFill>
                <a:latin typeface="+mn-lt"/>
              </a:defRPr>
            </a:lvl3pPr>
            <a:lvl4pPr marL="1901952" indent="-271694">
              <a:lnSpc>
                <a:spcPct val="90000"/>
              </a:lnSpc>
              <a:defRPr sz="1600" b="0">
                <a:solidFill>
                  <a:schemeClr val="tx1"/>
                </a:solidFill>
                <a:latin typeface="+mn-lt"/>
              </a:defRPr>
            </a:lvl4pPr>
            <a:lvl5pPr marL="2441448" indent="-271694">
              <a:lnSpc>
                <a:spcPct val="90000"/>
              </a:lnSpc>
              <a:defRPr sz="1400" b="0" baseline="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hasCustomPrompt="1"/>
          </p:nvPr>
        </p:nvSpPr>
        <p:spPr>
          <a:xfrm>
            <a:off x="411480" y="347472"/>
            <a:ext cx="10259568" cy="344710"/>
          </a:xfrm>
        </p:spPr>
        <p:txBody>
          <a:bodyPr vert="horz" lIns="0" tIns="0" rIns="0" bIns="0" rtlCol="0" anchor="ctr" anchorCtr="0">
            <a:normAutofit/>
          </a:bodyPr>
          <a:lstStyle>
            <a:lvl1pPr>
              <a:defRPr lang="en-US" dirty="0"/>
            </a:lvl1pPr>
          </a:lstStyle>
          <a:p>
            <a:pPr lvl="0"/>
            <a:r>
              <a:rPr lang="en-US" dirty="0"/>
              <a:t>Click to add title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l="650" t="650"/>
          <a:stretch/>
        </p:blipFill>
        <p:spPr>
          <a:xfrm rot="10800000">
            <a:off x="1" y="0"/>
            <a:ext cx="2586914" cy="6857999"/>
          </a:xfrm>
          <a:prstGeom prst="rect">
            <a:avLst/>
          </a:prstGeom>
        </p:spPr>
      </p:pic>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l="650" t="650"/>
          <a:stretch/>
        </p:blipFill>
        <p:spPr>
          <a:xfrm>
            <a:off x="9602618" y="0"/>
            <a:ext cx="2586914" cy="6857999"/>
          </a:xfrm>
          <a:prstGeom prst="rect">
            <a:avLst/>
          </a:prstGeom>
        </p:spPr>
      </p:pic>
      <p:sp>
        <p:nvSpPr>
          <p:cNvPr id="6"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sp>
        <p:nvSpPr>
          <p:cNvPr id="2" name="Rectangle 1"/>
          <p:cNvSpPr/>
          <p:nvPr/>
        </p:nvSpPr>
        <p:spPr bwMode="gray">
          <a:xfrm>
            <a:off x="2585546" y="0"/>
            <a:ext cx="70209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Title 21"/>
          <p:cNvSpPr>
            <a:spLocks noGrp="1"/>
          </p:cNvSpPr>
          <p:nvPr>
            <p:ph type="title" hasCustomPrompt="1"/>
          </p:nvPr>
        </p:nvSpPr>
        <p:spPr>
          <a:xfrm>
            <a:off x="2984942" y="627503"/>
            <a:ext cx="6222120" cy="344710"/>
          </a:xfrm>
        </p:spPr>
        <p:txBody>
          <a:bodyPr wrap="square" anchor="ctr">
            <a:spAutoFit/>
          </a:bodyPr>
          <a:lstStyle>
            <a:lvl1pPr algn="l">
              <a:lnSpc>
                <a:spcPct val="80000"/>
              </a:lnSpc>
              <a:defRPr sz="2800">
                <a:solidFill>
                  <a:schemeClr val="bg2"/>
                </a:solidFill>
                <a:latin typeface="+mn-lt"/>
              </a:defRPr>
            </a:lvl1pPr>
          </a:lstStyle>
          <a:p>
            <a:r>
              <a:rPr lang="en-US" dirty="0"/>
              <a:t>Click to add agenda title</a:t>
            </a:r>
          </a:p>
        </p:txBody>
      </p:sp>
      <p:sp>
        <p:nvSpPr>
          <p:cNvPr id="20" name="Content Placeholder 3"/>
          <p:cNvSpPr>
            <a:spLocks noGrp="1"/>
          </p:cNvSpPr>
          <p:nvPr>
            <p:ph sz="half" idx="2" hasCustomPrompt="1"/>
          </p:nvPr>
        </p:nvSpPr>
        <p:spPr>
          <a:xfrm>
            <a:off x="2984942" y="1334813"/>
            <a:ext cx="6222120" cy="5145885"/>
          </a:xfrm>
        </p:spPr>
        <p:txBody>
          <a:bodyPr anchor="t">
            <a:normAutofit/>
          </a:bodyPr>
          <a:lstStyle>
            <a:lvl1pPr marL="457200" indent="-457200">
              <a:buClr>
                <a:schemeClr val="tx1"/>
              </a:buClr>
              <a:buFont typeface="+mj-lt"/>
              <a:buAutoNum type="arabicPeriod"/>
              <a:defRPr sz="2200">
                <a:solidFill>
                  <a:schemeClr val="tx1"/>
                </a:solidFill>
              </a:defRPr>
            </a:lvl1pPr>
            <a:lvl2pPr>
              <a:buClr>
                <a:schemeClr val="tx1">
                  <a:lumMod val="75000"/>
                </a:schemeClr>
              </a:buClr>
              <a:defRPr sz="2000">
                <a:solidFill>
                  <a:schemeClr val="tx1"/>
                </a:solidFill>
              </a:defRPr>
            </a:lvl2pPr>
            <a:lvl3pPr>
              <a:buClr>
                <a:schemeClr val="tx1">
                  <a:lumMod val="75000"/>
                </a:schemeClr>
              </a:buClr>
              <a:defRPr sz="1800">
                <a:solidFill>
                  <a:schemeClr val="tx1"/>
                </a:solidFill>
              </a:defRPr>
            </a:lvl3pPr>
            <a:lvl4pPr>
              <a:buClr>
                <a:schemeClr val="tx1">
                  <a:lumMod val="75000"/>
                </a:schemeClr>
              </a:buClr>
              <a:defRPr sz="1600" baseline="0">
                <a:solidFill>
                  <a:schemeClr val="tx1"/>
                </a:solidFill>
              </a:defRPr>
            </a:lvl4pPr>
            <a:lvl5pPr>
              <a:buClr>
                <a:schemeClr val="tx1">
                  <a:lumMod val="75000"/>
                </a:schemeClr>
              </a:buClr>
              <a:defRPr sz="1400">
                <a:solidFill>
                  <a:schemeClr val="tx1"/>
                </a:solidFill>
              </a:defRPr>
            </a:lvl5pPr>
            <a:lvl6pPr>
              <a:defRPr sz="1800"/>
            </a:lvl6pPr>
            <a:lvl7pPr>
              <a:defRPr sz="1800"/>
            </a:lvl7pPr>
            <a:lvl8pPr>
              <a:defRPr sz="1800"/>
            </a:lvl8pPr>
            <a:lvl9pPr>
              <a:defRPr sz="18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p:cNvSpPr/>
          <p:nvPr/>
        </p:nvSpPr>
        <p:spPr>
          <a:xfrm>
            <a:off x="9602618" y="0"/>
            <a:ext cx="548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p:cNvSpPr/>
          <p:nvPr/>
        </p:nvSpPr>
        <p:spPr>
          <a:xfrm>
            <a:off x="2534520" y="0"/>
            <a:ext cx="548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281491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Green Divider">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1"/>
            <a:ext cx="12187065" cy="6858000"/>
          </a:xfrm>
          <a:prstGeom prst="rect">
            <a:avLst/>
          </a:prstGeom>
        </p:spPr>
      </p:pic>
      <p:sp>
        <p:nvSpPr>
          <p:cNvPr id="22" name="Title 21"/>
          <p:cNvSpPr>
            <a:spLocks noGrp="1"/>
          </p:cNvSpPr>
          <p:nvPr>
            <p:ph type="title" hasCustomPrompt="1"/>
          </p:nvPr>
        </p:nvSpPr>
        <p:spPr bwMode="gray">
          <a:xfrm>
            <a:off x="386943" y="3133535"/>
            <a:ext cx="10186176" cy="590931"/>
          </a:xfrm>
        </p:spPr>
        <p:txBody>
          <a:bodyPr wrap="square" anchor="ctr">
            <a:spAutoFit/>
          </a:bodyPr>
          <a:lstStyle>
            <a:lvl1pPr algn="l">
              <a:lnSpc>
                <a:spcPct val="80000"/>
              </a:lnSpc>
              <a:defRPr sz="4800" baseline="0">
                <a:solidFill>
                  <a:schemeClr val="bg1"/>
                </a:solidFill>
                <a:latin typeface="+mn-lt"/>
              </a:defRPr>
            </a:lvl1pPr>
          </a:lstStyle>
          <a:p>
            <a:r>
              <a:rPr lang="en-US" dirty="0"/>
              <a:t>Click to add divider title</a:t>
            </a:r>
          </a:p>
        </p:txBody>
      </p:sp>
      <p:sp>
        <p:nvSpPr>
          <p:cNvPr id="6"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2634949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Green Color Block &amp; Content">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65236"/>
          <a:stretch/>
        </p:blipFill>
        <p:spPr>
          <a:xfrm>
            <a:off x="0" y="-1"/>
            <a:ext cx="4236684" cy="6858000"/>
          </a:xfrm>
          <a:prstGeom prst="rect">
            <a:avLst/>
          </a:prstGeom>
        </p:spPr>
      </p:pic>
      <p:sp>
        <p:nvSpPr>
          <p:cNvPr id="10" name="Content Placeholder 3"/>
          <p:cNvSpPr>
            <a:spLocks noGrp="1"/>
          </p:cNvSpPr>
          <p:nvPr>
            <p:ph sz="half" idx="2" hasCustomPrompt="1"/>
          </p:nvPr>
        </p:nvSpPr>
        <p:spPr>
          <a:xfrm>
            <a:off x="4694637" y="772358"/>
            <a:ext cx="7082577" cy="5477522"/>
          </a:xfrm>
        </p:spPr>
        <p:txBody>
          <a:bodyPr anchor="ctr">
            <a:normAutofit/>
          </a:bodyPr>
          <a:lstStyle>
            <a:lvl1pPr>
              <a:buClr>
                <a:schemeClr val="tx1"/>
              </a:buClr>
              <a:defRPr sz="2200">
                <a:solidFill>
                  <a:schemeClr val="tx1"/>
                </a:solidFill>
              </a:defRPr>
            </a:lvl1pPr>
            <a:lvl2pPr>
              <a:buClr>
                <a:schemeClr val="tx1">
                  <a:lumMod val="75000"/>
                </a:schemeClr>
              </a:buClr>
              <a:defRPr sz="2000">
                <a:solidFill>
                  <a:schemeClr val="tx1"/>
                </a:solidFill>
              </a:defRPr>
            </a:lvl2pPr>
            <a:lvl3pPr>
              <a:buClr>
                <a:schemeClr val="tx1">
                  <a:lumMod val="75000"/>
                </a:schemeClr>
              </a:buClr>
              <a:defRPr sz="1800">
                <a:solidFill>
                  <a:schemeClr val="tx1"/>
                </a:solidFill>
              </a:defRPr>
            </a:lvl3pPr>
            <a:lvl4pPr>
              <a:buClr>
                <a:schemeClr val="tx1">
                  <a:lumMod val="75000"/>
                </a:schemeClr>
              </a:buClr>
              <a:defRPr sz="1600" baseline="0">
                <a:solidFill>
                  <a:schemeClr val="tx1"/>
                </a:solidFill>
              </a:defRPr>
            </a:lvl4pPr>
            <a:lvl5pPr>
              <a:buClr>
                <a:schemeClr val="tx1">
                  <a:lumMod val="75000"/>
                </a:schemeClr>
              </a:buClr>
              <a:defRPr sz="1400">
                <a:solidFill>
                  <a:schemeClr val="tx1"/>
                </a:solidFill>
              </a:defRPr>
            </a:lvl5pPr>
            <a:lvl6pPr>
              <a:defRPr sz="1800"/>
            </a:lvl6pPr>
            <a:lvl7pPr>
              <a:defRPr sz="1800"/>
            </a:lvl7pPr>
            <a:lvl8pPr>
              <a:defRPr sz="1800"/>
            </a:lvl8pPr>
            <a:lvl9pPr>
              <a:defRPr sz="18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7"/>
          <p:cNvSpPr>
            <a:spLocks noGrp="1"/>
          </p:cNvSpPr>
          <p:nvPr>
            <p:ph type="title" hasCustomPrompt="1"/>
          </p:nvPr>
        </p:nvSpPr>
        <p:spPr bwMode="gray">
          <a:xfrm>
            <a:off x="430546" y="2984944"/>
            <a:ext cx="3271299" cy="886397"/>
          </a:xfrm>
        </p:spPr>
        <p:txBody>
          <a:bodyPr wrap="square" anchor="ctr">
            <a:spAutoFit/>
          </a:bodyPr>
          <a:lstStyle>
            <a:lvl1pPr>
              <a:lnSpc>
                <a:spcPct val="80000"/>
              </a:lnSpc>
              <a:defRPr sz="3600" cap="all" baseline="0">
                <a:solidFill>
                  <a:schemeClr val="bg1"/>
                </a:solidFill>
              </a:defRPr>
            </a:lvl1pPr>
          </a:lstStyle>
          <a:p>
            <a:r>
              <a:rPr lang="en-US" dirty="0"/>
              <a:t>Click to add title</a:t>
            </a:r>
          </a:p>
        </p:txBody>
      </p:sp>
      <p:sp>
        <p:nvSpPr>
          <p:cNvPr id="7" name="Rectangle 6"/>
          <p:cNvSpPr txBox="1">
            <a:spLocks noChangeArrowheads="1"/>
          </p:cNvSpPr>
          <p:nvPr/>
        </p:nvSpPr>
        <p:spPr bwMode="auto">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tx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tx1"/>
              </a:solidFill>
              <a:effectLst/>
              <a:uLnTx/>
              <a:uFillTx/>
              <a:latin typeface="+mn-lt"/>
              <a:ea typeface="MS PGothic" pitchFamily="34" charset="-128"/>
              <a:cs typeface="+mn-cs"/>
            </a:endParaRP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60" y="312672"/>
            <a:ext cx="856680" cy="332728"/>
          </a:xfrm>
          <a:prstGeom prst="rect">
            <a:avLst/>
          </a:prstGeom>
        </p:spPr>
      </p:pic>
    </p:spTree>
    <p:extLst>
      <p:ext uri="{BB962C8B-B14F-4D97-AF65-F5344CB8AC3E}">
        <p14:creationId xmlns:p14="http://schemas.microsoft.com/office/powerpoint/2010/main" val="1185458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7"/>
          <p:cNvSpPr>
            <a:spLocks noGrp="1"/>
          </p:cNvSpPr>
          <p:nvPr>
            <p:ph type="title" hasCustomPrompt="1"/>
          </p:nvPr>
        </p:nvSpPr>
        <p:spPr/>
        <p:txBody>
          <a:bodyPr/>
          <a:lstStyle>
            <a:lvl1pPr>
              <a:defRPr/>
            </a:lvl1pPr>
          </a:lstStyle>
          <a:p>
            <a:r>
              <a:rPr lang="en-US" dirty="0"/>
              <a:t>Click to add title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 No Footer">
    <p:spTree>
      <p:nvGrpSpPr>
        <p:cNvPr id="1" name=""/>
        <p:cNvGrpSpPr/>
        <p:nvPr/>
      </p:nvGrpSpPr>
      <p:grpSpPr>
        <a:xfrm>
          <a:off x="0" y="0"/>
          <a:ext cx="0" cy="0"/>
          <a:chOff x="0" y="0"/>
          <a:chExt cx="0" cy="0"/>
        </a:xfrm>
      </p:grpSpPr>
      <p:sp>
        <p:nvSpPr>
          <p:cNvPr id="2" name="Rectangle 1"/>
          <p:cNvSpPr/>
          <p:nvPr/>
        </p:nvSpPr>
        <p:spPr bwMode="gray">
          <a:xfrm>
            <a:off x="0" y="6400800"/>
            <a:ext cx="12192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solidFill>
                <a:schemeClr val="bg1"/>
              </a:solidFill>
            </a:endParaRPr>
          </a:p>
        </p:txBody>
      </p:sp>
      <p:sp>
        <p:nvSpPr>
          <p:cNvPr id="8" name="Title 7"/>
          <p:cNvSpPr>
            <a:spLocks noGrp="1"/>
          </p:cNvSpPr>
          <p:nvPr>
            <p:ph type="title" hasCustomPrompt="1"/>
          </p:nvPr>
        </p:nvSpPr>
        <p:spPr/>
        <p:txBody>
          <a:bodyPr/>
          <a:lstStyle>
            <a:lvl1pPr>
              <a:defRPr/>
            </a:lvl1pPr>
          </a:lstStyle>
          <a:p>
            <a:r>
              <a:rPr lang="en-US" dirty="0"/>
              <a:t>Click to add title</a:t>
            </a:r>
          </a:p>
        </p:txBody>
      </p:sp>
      <p:sp>
        <p:nvSpPr>
          <p:cNvPr id="5" name="Rectangle 6"/>
          <p:cNvSpPr txBox="1">
            <a:spLocks noChangeArrowheads="1"/>
          </p:cNvSpPr>
          <p:nvPr/>
        </p:nvSpPr>
        <p:spPr bwMode="auto">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tx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tx1"/>
              </a:solidFill>
              <a:effectLst/>
              <a:uLnTx/>
              <a:uFillTx/>
              <a:latin typeface="+mn-lt"/>
              <a:ea typeface="MS PGothic" pitchFamily="34" charset="-128"/>
              <a:cs typeface="+mn-cs"/>
            </a:endParaRPr>
          </a:p>
        </p:txBody>
      </p:sp>
    </p:spTree>
    <p:extLst>
      <p:ext uri="{BB962C8B-B14F-4D97-AF65-F5344CB8AC3E}">
        <p14:creationId xmlns:p14="http://schemas.microsoft.com/office/powerpoint/2010/main" val="609976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33715" y="1222375"/>
            <a:ext cx="5430358" cy="4956048"/>
          </a:xfrm>
        </p:spPr>
        <p:txBody>
          <a:bodyPr/>
          <a:lstStyle>
            <a:lvl1pPr>
              <a:defRPr sz="2200"/>
            </a:lvl1pPr>
            <a:lvl2pPr>
              <a:defRPr sz="2000"/>
            </a:lvl2pPr>
            <a:lvl3pPr>
              <a:defRPr sz="1800"/>
            </a:lvl3pPr>
            <a:lvl4pPr>
              <a:defRPr sz="1600"/>
            </a:lvl4pPr>
            <a:lvl5pPr>
              <a:defRPr sz="1400" baseline="0"/>
            </a:lvl5pPr>
            <a:lvl6pPr>
              <a:defRPr sz="2200"/>
            </a:lvl6pPr>
            <a:lvl7pPr>
              <a:defRPr sz="2200"/>
            </a:lvl7pPr>
            <a:lvl8pPr>
              <a:defRPr sz="2200"/>
            </a:lvl8pPr>
            <a:lvl9pPr>
              <a:defRPr sz="22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21143" y="1222375"/>
            <a:ext cx="5431536" cy="4956048"/>
          </a:xfrm>
        </p:spPr>
        <p:txBody>
          <a:bodyPr/>
          <a:lstStyle>
            <a:lvl1pPr>
              <a:defRPr sz="2200"/>
            </a:lvl1pPr>
            <a:lvl2pPr>
              <a:defRPr sz="2000"/>
            </a:lvl2pPr>
            <a:lvl3pPr>
              <a:defRPr sz="1800"/>
            </a:lvl3pPr>
            <a:lvl4pPr>
              <a:defRPr sz="1600"/>
            </a:lvl4pPr>
            <a:lvl5pPr>
              <a:defRPr sz="1400"/>
            </a:lvl5pPr>
            <a:lvl6pPr>
              <a:defRPr sz="2200"/>
            </a:lvl6pPr>
            <a:lvl7pPr>
              <a:defRPr sz="2200"/>
            </a:lvl7pPr>
            <a:lvl8pPr>
              <a:defRPr sz="2200"/>
            </a:lvl8pPr>
            <a:lvl9pPr>
              <a:defRPr sz="22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10"/>
          <p:cNvSpPr>
            <a:spLocks noGrp="1"/>
          </p:cNvSpPr>
          <p:nvPr>
            <p:ph type="title" hasCustomPrompt="1"/>
          </p:nvPr>
        </p:nvSpPr>
        <p:spPr/>
        <p:txBody>
          <a:bodyPr vert="horz" lIns="0" tIns="0" rIns="0" bIns="0" rtlCol="0" anchor="ctr" anchorCtr="0">
            <a:normAutofit/>
          </a:bodyPr>
          <a:lstStyle>
            <a:lvl1pPr>
              <a:defRPr lang="en-US" dirty="0"/>
            </a:lvl1pPr>
          </a:lstStyle>
          <a:p>
            <a:pPr lvl="0"/>
            <a:r>
              <a:rPr lang="en-US" dirty="0"/>
              <a:t>Click to add title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433715" y="1222375"/>
            <a:ext cx="3526818" cy="4956048"/>
          </a:xfrm>
        </p:spPr>
        <p:txBody>
          <a:bodyPr/>
          <a:lstStyle>
            <a:lvl1pPr>
              <a:defRPr sz="2200"/>
            </a:lvl1pPr>
            <a:lvl2pPr>
              <a:defRPr sz="2000"/>
            </a:lvl2pPr>
            <a:lvl3pPr>
              <a:defRPr sz="1800"/>
            </a:lvl3pPr>
            <a:lvl4pPr>
              <a:defRPr sz="1600"/>
            </a:lvl4pPr>
            <a:lvl5pPr>
              <a:defRPr sz="1400" baseline="0"/>
            </a:lvl5pPr>
            <a:lvl6pPr>
              <a:defRPr sz="1900"/>
            </a:lvl6pPr>
            <a:lvl7pPr>
              <a:defRPr sz="1900"/>
            </a:lvl7pPr>
            <a:lvl8pPr>
              <a:defRPr sz="1900"/>
            </a:lvl8pPr>
            <a:lvl9pPr>
              <a:defRPr sz="19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4"/>
          <p:cNvSpPr>
            <a:spLocks noGrp="1"/>
          </p:cNvSpPr>
          <p:nvPr>
            <p:ph type="title" hasCustomPrompt="1"/>
          </p:nvPr>
        </p:nvSpPr>
        <p:spPr/>
        <p:txBody>
          <a:bodyPr/>
          <a:lstStyle>
            <a:lvl1pPr>
              <a:defRPr/>
            </a:lvl1pPr>
          </a:lstStyle>
          <a:p>
            <a:r>
              <a:rPr lang="en-US" dirty="0"/>
              <a:t>Click to add title</a:t>
            </a:r>
          </a:p>
        </p:txBody>
      </p:sp>
      <p:sp>
        <p:nvSpPr>
          <p:cNvPr id="20" name="Content Placeholder 19"/>
          <p:cNvSpPr>
            <a:spLocks noGrp="1"/>
          </p:cNvSpPr>
          <p:nvPr>
            <p:ph sz="quarter" idx="15" hasCustomPrompt="1"/>
          </p:nvPr>
        </p:nvSpPr>
        <p:spPr>
          <a:xfrm>
            <a:off x="4334936" y="1222375"/>
            <a:ext cx="3531780" cy="4956048"/>
          </a:xfrm>
        </p:spPr>
        <p:txBody>
          <a:bodyPr/>
          <a:lstStyle>
            <a:lvl1pPr>
              <a:defRPr/>
            </a:lvl1pPr>
            <a:lvl3pPr>
              <a:defRPr/>
            </a:lvl3pPr>
            <a:lvl4pPr>
              <a:defRPr/>
            </a:lvl4pPr>
            <a:lvl5pPr>
              <a:defRPr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Content Placeholder 21"/>
          <p:cNvSpPr>
            <a:spLocks noGrp="1"/>
          </p:cNvSpPr>
          <p:nvPr>
            <p:ph sz="quarter" idx="16" hasCustomPrompt="1"/>
          </p:nvPr>
        </p:nvSpPr>
        <p:spPr>
          <a:xfrm>
            <a:off x="8241120" y="1222375"/>
            <a:ext cx="3531780" cy="4956048"/>
          </a:xfrm>
        </p:spPr>
        <p:txBody>
          <a:bodyPr/>
          <a:lstStyle>
            <a:lvl1pPr>
              <a:defRPr/>
            </a:lvl1pPr>
            <a:lvl3pPr>
              <a:defRPr/>
            </a:lvl3pPr>
            <a:lvl4pPr>
              <a:defRPr/>
            </a:lvl4pPr>
            <a:lvl5pPr>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10" name="Title 9"/>
          <p:cNvSpPr>
            <a:spLocks noGrp="1"/>
          </p:cNvSpPr>
          <p:nvPr>
            <p:ph type="title" hasCustomPrompt="1"/>
          </p:nvPr>
        </p:nvSpPr>
        <p:spPr/>
        <p:txBody>
          <a:bodyPr/>
          <a:lstStyle>
            <a:lvl1pPr>
              <a:defRPr/>
            </a:lvl1pPr>
          </a:lstStyle>
          <a:p>
            <a:r>
              <a:rPr lang="en-US" dirty="0"/>
              <a:t>Click to add title</a:t>
            </a:r>
          </a:p>
        </p:txBody>
      </p:sp>
      <p:sp>
        <p:nvSpPr>
          <p:cNvPr id="12" name="Content Placeholder 11"/>
          <p:cNvSpPr>
            <a:spLocks noGrp="1"/>
          </p:cNvSpPr>
          <p:nvPr>
            <p:ph sz="quarter" idx="14" hasCustomPrompt="1"/>
          </p:nvPr>
        </p:nvSpPr>
        <p:spPr>
          <a:xfrm>
            <a:off x="430530" y="1222375"/>
            <a:ext cx="5302760" cy="2359153"/>
          </a:xfrm>
        </p:spPr>
        <p:txBody>
          <a:bodyPr/>
          <a:lstStyle>
            <a:lvl1pPr>
              <a:defRPr/>
            </a:lvl1pPr>
            <a:lvl3pPr>
              <a:defRPr/>
            </a:lvl3pPr>
            <a:lvl4pPr>
              <a:defRPr/>
            </a:lvl4pPr>
            <a:lvl5pPr>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1"/>
          <p:cNvSpPr>
            <a:spLocks noGrp="1"/>
          </p:cNvSpPr>
          <p:nvPr>
            <p:ph sz="quarter" idx="16" hasCustomPrompt="1"/>
          </p:nvPr>
        </p:nvSpPr>
        <p:spPr>
          <a:xfrm>
            <a:off x="6470140" y="1222375"/>
            <a:ext cx="5302760" cy="2359153"/>
          </a:xfrm>
        </p:spPr>
        <p:txBody>
          <a:bodyPr/>
          <a:lstStyle>
            <a:lvl1pPr>
              <a:defRPr/>
            </a:lvl1pPr>
            <a:lvl3pPr>
              <a:defRPr/>
            </a:lvl3pPr>
            <a:lvl4pPr>
              <a:defRPr/>
            </a:lvl4pPr>
            <a:lvl5pPr>
              <a:defRPr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1"/>
          <p:cNvSpPr>
            <a:spLocks noGrp="1"/>
          </p:cNvSpPr>
          <p:nvPr>
            <p:ph sz="quarter" idx="20" hasCustomPrompt="1"/>
          </p:nvPr>
        </p:nvSpPr>
        <p:spPr>
          <a:xfrm>
            <a:off x="6470140" y="3808383"/>
            <a:ext cx="5302760" cy="2359153"/>
          </a:xfrm>
        </p:spPr>
        <p:txBody>
          <a:bodyPr/>
          <a:lstStyle>
            <a:lvl1pPr>
              <a:defRPr/>
            </a:lvl1pPr>
            <a:lvl3pPr>
              <a:defRPr/>
            </a:lvl3pPr>
            <a:lvl4pPr>
              <a:defRPr/>
            </a:lvl4pPr>
            <a:lvl5pPr>
              <a:defRPr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11"/>
          <p:cNvSpPr>
            <a:spLocks noGrp="1"/>
          </p:cNvSpPr>
          <p:nvPr>
            <p:ph sz="quarter" idx="19" hasCustomPrompt="1"/>
          </p:nvPr>
        </p:nvSpPr>
        <p:spPr>
          <a:xfrm>
            <a:off x="430530" y="3808383"/>
            <a:ext cx="5302760" cy="2359153"/>
          </a:xfrm>
        </p:spPr>
        <p:txBody>
          <a:bodyPr/>
          <a:lstStyle>
            <a:lvl1pPr>
              <a:defRPr/>
            </a:lvl1pPr>
            <a:lvl3pPr>
              <a:defRPr/>
            </a:lvl3pPr>
            <a:lvl4pPr>
              <a:defRPr/>
            </a:lvl4pPr>
            <a:lvl5pPr>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ne Over One Content">
    <p:spTree>
      <p:nvGrpSpPr>
        <p:cNvPr id="1" name=""/>
        <p:cNvGrpSpPr/>
        <p:nvPr/>
      </p:nvGrpSpPr>
      <p:grpSpPr>
        <a:xfrm>
          <a:off x="0" y="0"/>
          <a:ext cx="0" cy="0"/>
          <a:chOff x="0" y="0"/>
          <a:chExt cx="0" cy="0"/>
        </a:xfrm>
      </p:grpSpPr>
      <p:sp>
        <p:nvSpPr>
          <p:cNvPr id="10" name="Title 9"/>
          <p:cNvSpPr>
            <a:spLocks noGrp="1"/>
          </p:cNvSpPr>
          <p:nvPr>
            <p:ph type="title" hasCustomPrompt="1"/>
          </p:nvPr>
        </p:nvSpPr>
        <p:spPr/>
        <p:txBody>
          <a:bodyPr/>
          <a:lstStyle>
            <a:lvl1pPr>
              <a:defRPr/>
            </a:lvl1pPr>
          </a:lstStyle>
          <a:p>
            <a:r>
              <a:rPr lang="en-US" dirty="0"/>
              <a:t>Click to add title</a:t>
            </a:r>
          </a:p>
        </p:txBody>
      </p:sp>
      <p:sp>
        <p:nvSpPr>
          <p:cNvPr id="12" name="Content Placeholder 11"/>
          <p:cNvSpPr>
            <a:spLocks noGrp="1"/>
          </p:cNvSpPr>
          <p:nvPr>
            <p:ph sz="quarter" idx="14" hasCustomPrompt="1"/>
          </p:nvPr>
        </p:nvSpPr>
        <p:spPr>
          <a:xfrm>
            <a:off x="431757" y="1222375"/>
            <a:ext cx="11341143" cy="2369054"/>
          </a:xfrm>
        </p:spPr>
        <p:txBody>
          <a:bodyPr/>
          <a:lstStyle>
            <a:lvl1pPr>
              <a:defRPr/>
            </a:lvl1pPr>
            <a:lvl3pPr>
              <a:defRPr/>
            </a:lvl3pPr>
            <a:lvl4pPr>
              <a:defRPr/>
            </a:lvl4pPr>
            <a:lvl5pPr>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1"/>
          <p:cNvSpPr>
            <a:spLocks noGrp="1"/>
          </p:cNvSpPr>
          <p:nvPr>
            <p:ph sz="quarter" idx="19" hasCustomPrompt="1"/>
          </p:nvPr>
        </p:nvSpPr>
        <p:spPr>
          <a:xfrm>
            <a:off x="431757" y="3808382"/>
            <a:ext cx="11341143" cy="2369054"/>
          </a:xfrm>
        </p:spPr>
        <p:txBody>
          <a:bodyPr/>
          <a:lstStyle>
            <a:lvl1pPr>
              <a:defRPr/>
            </a:lvl1pPr>
            <a:lvl3pPr>
              <a:defRPr/>
            </a:lvl3pPr>
            <a:lvl4pPr>
              <a:defRPr/>
            </a:lvl4pPr>
            <a:lvl5pPr>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e-third/Two-thir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50666" y="1222375"/>
            <a:ext cx="7122234" cy="4956048"/>
          </a:xfrm>
        </p:spPr>
        <p:txBody>
          <a:bodyPr/>
          <a:lstStyle>
            <a:lvl1pPr>
              <a:defRPr sz="2200"/>
            </a:lvl1pPr>
            <a:lvl2pPr>
              <a:defRPr sz="2000"/>
            </a:lvl2pPr>
            <a:lvl3pPr>
              <a:defRPr sz="1800"/>
            </a:lvl3pPr>
            <a:lvl4pPr>
              <a:defRPr sz="1600"/>
            </a:lvl4pPr>
            <a:lvl5pPr>
              <a:defRPr sz="1400" baseline="0"/>
            </a:lvl5pPr>
            <a:lvl6pPr>
              <a:defRPr sz="2400"/>
            </a:lvl6pPr>
            <a:lvl7pPr>
              <a:defRPr sz="2400"/>
            </a:lvl7pPr>
            <a:lvl8pPr>
              <a:defRPr sz="2400"/>
            </a:lvl8pPr>
            <a:lvl9pPr>
              <a:defRPr sz="24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hasCustomPrompt="1"/>
          </p:nvPr>
        </p:nvSpPr>
        <p:spPr>
          <a:xfrm>
            <a:off x="433715" y="1222375"/>
            <a:ext cx="3866348" cy="4956048"/>
          </a:xfrm>
        </p:spPr>
        <p:txBody>
          <a:bodyPr/>
          <a:lstStyle>
            <a:lvl1pPr>
              <a:defRPr sz="2200"/>
            </a:lvl1pPr>
            <a:lvl2pPr>
              <a:defRPr sz="2000"/>
            </a:lvl2pPr>
            <a:lvl3pPr>
              <a:defRPr sz="1800"/>
            </a:lvl3pPr>
            <a:lvl4pPr>
              <a:defRPr sz="1600"/>
            </a:lvl4pPr>
            <a:lvl5pPr>
              <a:defRPr sz="1400"/>
            </a:lvl5pPr>
            <a:lvl6pPr>
              <a:defRPr sz="2400"/>
            </a:lvl6pPr>
            <a:lvl7pPr>
              <a:defRPr sz="2400"/>
            </a:lvl7pPr>
            <a:lvl8pPr>
              <a:defRPr sz="2400"/>
            </a:lvl8pPr>
            <a:lvl9pPr>
              <a:defRPr sz="24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1"/>
          <p:cNvSpPr>
            <a:spLocks noGrp="1"/>
          </p:cNvSpPr>
          <p:nvPr>
            <p:ph type="title" hasCustomPrompt="1"/>
          </p:nvPr>
        </p:nvSpPr>
        <p:spPr/>
        <p:txBody>
          <a:bodyPr/>
          <a:lstStyle>
            <a:lvl1pPr>
              <a:defRPr/>
            </a:lvl1pPr>
          </a:lstStyle>
          <a:p>
            <a:r>
              <a:rPr lang="en-US" dirty="0"/>
              <a:t>Click to add title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amp; Image">
    <p:spTree>
      <p:nvGrpSpPr>
        <p:cNvPr id="1" name=""/>
        <p:cNvGrpSpPr/>
        <p:nvPr/>
      </p:nvGrpSpPr>
      <p:grpSpPr>
        <a:xfrm>
          <a:off x="0" y="0"/>
          <a:ext cx="0" cy="0"/>
          <a:chOff x="0" y="0"/>
          <a:chExt cx="0" cy="0"/>
        </a:xfrm>
      </p:grpSpPr>
      <p:sp>
        <p:nvSpPr>
          <p:cNvPr id="4" name="Picture Placeholder 3"/>
          <p:cNvSpPr>
            <a:spLocks noGrp="1"/>
          </p:cNvSpPr>
          <p:nvPr>
            <p:ph type="pic" sz="quarter" idx="14"/>
          </p:nvPr>
        </p:nvSpPr>
        <p:spPr>
          <a:xfrm>
            <a:off x="4610587" y="1220583"/>
            <a:ext cx="7150883" cy="4956048"/>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8" name="Content Placeholder 2"/>
          <p:cNvSpPr>
            <a:spLocks noGrp="1"/>
          </p:cNvSpPr>
          <p:nvPr>
            <p:ph idx="13" hasCustomPrompt="1"/>
          </p:nvPr>
        </p:nvSpPr>
        <p:spPr>
          <a:xfrm>
            <a:off x="431756" y="1220583"/>
            <a:ext cx="3866395" cy="4956048"/>
          </a:xfrm>
        </p:spPr>
        <p:txBody>
          <a:bodyPr>
            <a:normAutofit/>
          </a:bodyPr>
          <a:lstStyle>
            <a:lvl1pPr>
              <a:defRPr sz="2200"/>
            </a:lvl1pPr>
            <a:lvl2pPr>
              <a:defRPr sz="2000"/>
            </a:lvl2pPr>
            <a:lvl3pPr>
              <a:defRPr sz="1800"/>
            </a:lvl3pPr>
            <a:lvl4pPr>
              <a:defRPr sz="1600"/>
            </a:lvl4pPr>
            <a:lvl5pPr>
              <a:defRPr sz="1400" baseline="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1"/>
          <p:cNvSpPr>
            <a:spLocks noGrp="1"/>
          </p:cNvSpPr>
          <p:nvPr>
            <p:ph type="title" hasCustomPrompt="1"/>
          </p:nvPr>
        </p:nvSpPr>
        <p:spPr>
          <a:xfrm>
            <a:off x="411480" y="347471"/>
            <a:ext cx="10259568" cy="347472"/>
          </a:xfrm>
        </p:spPr>
        <p:txBody>
          <a:bodyPr vert="horz" lIns="0" tIns="0" rIns="0" bIns="0" rtlCol="0" anchor="ctr" anchorCtr="0">
            <a:normAutofit/>
          </a:bodyPr>
          <a:lstStyle>
            <a:lvl1pPr>
              <a:defRPr lang="en-US" dirty="0"/>
            </a:lvl1pPr>
          </a:lstStyle>
          <a:p>
            <a:pPr lvl="0"/>
            <a:r>
              <a:rPr lang="en-US" dirty="0"/>
              <a:t>Click to add title</a:t>
            </a:r>
          </a:p>
        </p:txBody>
      </p:sp>
    </p:spTree>
    <p:extLst>
      <p:ext uri="{BB962C8B-B14F-4D97-AF65-F5344CB8AC3E}">
        <p14:creationId xmlns:p14="http://schemas.microsoft.com/office/powerpoint/2010/main" val="2422199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mp; 1 Imag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19101" y="1220583"/>
            <a:ext cx="11353800" cy="4979800"/>
          </a:xfrm>
        </p:spPr>
        <p:txBody>
          <a:bodyPr anchor="ctr"/>
          <a:lstStyle>
            <a:lvl1pPr marL="0" indent="0" algn="ctr">
              <a:buFontTx/>
              <a:buNone/>
              <a:defRPr baseline="0">
                <a:solidFill>
                  <a:schemeClr val="tx1"/>
                </a:solidFill>
                <a:latin typeface="+mn-lt"/>
              </a:defRPr>
            </a:lvl1pPr>
          </a:lstStyle>
          <a:p>
            <a:r>
              <a:rPr lang="en-US"/>
              <a:t>Click icon to add picture</a:t>
            </a:r>
            <a:endParaRPr lang="en-US" dirty="0"/>
          </a:p>
        </p:txBody>
      </p:sp>
      <p:sp>
        <p:nvSpPr>
          <p:cNvPr id="2" name="Title 1"/>
          <p:cNvSpPr>
            <a:spLocks noGrp="1"/>
          </p:cNvSpPr>
          <p:nvPr>
            <p:ph type="title" hasCustomPrompt="1"/>
          </p:nvPr>
        </p:nvSpPr>
        <p:spPr>
          <a:xfrm>
            <a:off x="411480" y="347472"/>
            <a:ext cx="10259568" cy="344710"/>
          </a:xfrm>
        </p:spPr>
        <p:txBody>
          <a:bodyPr vert="horz" lIns="0" tIns="0" rIns="0" bIns="0" rtlCol="0" anchor="ctr" anchorCtr="0">
            <a:normAutofit/>
          </a:bodyPr>
          <a:lstStyle>
            <a:lvl1pPr>
              <a:defRPr lang="en-US" dirty="0"/>
            </a:lvl1pPr>
          </a:lstStyle>
          <a:p>
            <a:pPr lvl="0"/>
            <a:r>
              <a:rPr lang="en-US" dirty="0"/>
              <a:t>Click to add title</a:t>
            </a:r>
          </a:p>
        </p:txBody>
      </p:sp>
    </p:spTree>
    <p:extLst>
      <p:ext uri="{BB962C8B-B14F-4D97-AF65-F5344CB8AC3E}">
        <p14:creationId xmlns:p14="http://schemas.microsoft.com/office/powerpoint/2010/main" val="357655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itle &amp; 2 Images">
    <p:spTree>
      <p:nvGrpSpPr>
        <p:cNvPr id="1" name=""/>
        <p:cNvGrpSpPr/>
        <p:nvPr/>
      </p:nvGrpSpPr>
      <p:grpSpPr>
        <a:xfrm>
          <a:off x="0" y="0"/>
          <a:ext cx="0" cy="0"/>
          <a:chOff x="0" y="0"/>
          <a:chExt cx="0" cy="0"/>
        </a:xfrm>
      </p:grpSpPr>
      <p:sp>
        <p:nvSpPr>
          <p:cNvPr id="6" name="Picture Placeholder 6"/>
          <p:cNvSpPr>
            <a:spLocks noGrp="1"/>
          </p:cNvSpPr>
          <p:nvPr>
            <p:ph type="pic" sz="quarter" idx="13"/>
          </p:nvPr>
        </p:nvSpPr>
        <p:spPr>
          <a:xfrm>
            <a:off x="6132203" y="1024137"/>
            <a:ext cx="6059797" cy="5480643"/>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7" name="Picture Placeholder 3"/>
          <p:cNvSpPr>
            <a:spLocks noGrp="1"/>
          </p:cNvSpPr>
          <p:nvPr>
            <p:ph type="pic" sz="quarter" idx="12"/>
          </p:nvPr>
        </p:nvSpPr>
        <p:spPr>
          <a:xfrm>
            <a:off x="3047" y="1024137"/>
            <a:ext cx="6081233" cy="5480643"/>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12" name="Title 11"/>
          <p:cNvSpPr>
            <a:spLocks noGrp="1"/>
          </p:cNvSpPr>
          <p:nvPr>
            <p:ph type="title" hasCustomPrompt="1"/>
          </p:nvPr>
        </p:nvSpPr>
        <p:spPr>
          <a:xfrm>
            <a:off x="411480" y="347472"/>
            <a:ext cx="10259568" cy="344710"/>
          </a:xfrm>
        </p:spPr>
        <p:txBody>
          <a:bodyPr vert="horz" lIns="0" tIns="0" rIns="0" bIns="0" rtlCol="0" anchor="ctr" anchorCtr="0">
            <a:normAutofit/>
          </a:bodyPr>
          <a:lstStyle>
            <a:lvl1pPr>
              <a:defRPr lang="en-US" dirty="0"/>
            </a:lvl1pPr>
          </a:lstStyle>
          <a:p>
            <a:pPr lvl="0"/>
            <a:r>
              <a:rPr lang="en-US" dirty="0"/>
              <a:t>Click to add title</a:t>
            </a:r>
          </a:p>
        </p:txBody>
      </p:sp>
      <p:sp>
        <p:nvSpPr>
          <p:cNvPr id="9" name="Text Placeholder 33"/>
          <p:cNvSpPr>
            <a:spLocks noGrp="1"/>
          </p:cNvSpPr>
          <p:nvPr>
            <p:ph type="body" sz="quarter" idx="18" hasCustomPrompt="1"/>
          </p:nvPr>
        </p:nvSpPr>
        <p:spPr>
          <a:xfrm>
            <a:off x="-9548" y="4853735"/>
            <a:ext cx="12201549" cy="814248"/>
          </a:xfrm>
          <a:solidFill>
            <a:srgbClr val="000000">
              <a:alpha val="89804"/>
            </a:srgbClr>
          </a:solidFill>
        </p:spPr>
        <p:txBody>
          <a:bodyPr anchor="ctr"/>
          <a:lstStyle>
            <a:lvl1pPr marL="0" indent="0" algn="ctr">
              <a:buNone/>
              <a:defRPr/>
            </a:lvl1pPr>
          </a:lstStyle>
          <a:p>
            <a:pPr lvl="0"/>
            <a:r>
              <a:rPr lang="en-US" dirty="0"/>
              <a:t> </a:t>
            </a:r>
          </a:p>
        </p:txBody>
      </p:sp>
      <p:sp>
        <p:nvSpPr>
          <p:cNvPr id="10" name="Text Placeholder 27"/>
          <p:cNvSpPr>
            <a:spLocks noGrp="1"/>
          </p:cNvSpPr>
          <p:nvPr>
            <p:ph type="body" sz="quarter" idx="15" hasCustomPrompt="1"/>
          </p:nvPr>
        </p:nvSpPr>
        <p:spPr bwMode="gray">
          <a:xfrm>
            <a:off x="387496" y="5028290"/>
            <a:ext cx="5314257" cy="465138"/>
          </a:xfrm>
        </p:spPr>
        <p:txBody>
          <a:bodyPr anchor="ctr"/>
          <a:lstStyle>
            <a:lvl1pPr marL="0" indent="0" algn="ctr">
              <a:lnSpc>
                <a:spcPct val="90000"/>
              </a:lnSpc>
              <a:buNone/>
              <a:defRPr sz="2400">
                <a:solidFill>
                  <a:schemeClr val="bg1"/>
                </a:solidFill>
              </a:defRPr>
            </a:lvl1pPr>
          </a:lstStyle>
          <a:p>
            <a:pPr lvl="0"/>
            <a:r>
              <a:rPr lang="en-US" dirty="0"/>
              <a:t>Click to add text</a:t>
            </a:r>
          </a:p>
        </p:txBody>
      </p:sp>
      <p:sp>
        <p:nvSpPr>
          <p:cNvPr id="11" name="Text Placeholder 29"/>
          <p:cNvSpPr>
            <a:spLocks noGrp="1"/>
          </p:cNvSpPr>
          <p:nvPr>
            <p:ph type="body" sz="quarter" idx="16" hasCustomPrompt="1"/>
          </p:nvPr>
        </p:nvSpPr>
        <p:spPr bwMode="gray">
          <a:xfrm>
            <a:off x="6498774" y="5015592"/>
            <a:ext cx="5325766" cy="490537"/>
          </a:xfrm>
        </p:spPr>
        <p:txBody>
          <a:bodyPr anchor="ctr"/>
          <a:lstStyle>
            <a:lvl1pPr marL="0" indent="0" algn="ctr">
              <a:lnSpc>
                <a:spcPct val="90000"/>
              </a:lnSpc>
              <a:buNone/>
              <a:defRPr sz="2400">
                <a:solidFill>
                  <a:schemeClr val="bg1"/>
                </a:solidFill>
              </a:defRPr>
            </a:lvl1pPr>
          </a:lstStyle>
          <a:p>
            <a:pPr lvl="0"/>
            <a:r>
              <a:rPr lang="en-US" dirty="0"/>
              <a:t>Click to add text</a:t>
            </a:r>
          </a:p>
        </p:txBody>
      </p:sp>
      <p:sp>
        <p:nvSpPr>
          <p:cNvPr id="14" name="Text Placeholder 2"/>
          <p:cNvSpPr>
            <a:spLocks noGrp="1"/>
          </p:cNvSpPr>
          <p:nvPr>
            <p:ph type="body" sz="quarter" idx="19" hasCustomPrompt="1"/>
          </p:nvPr>
        </p:nvSpPr>
        <p:spPr>
          <a:xfrm>
            <a:off x="6086203" y="1024137"/>
            <a:ext cx="45719" cy="5480643"/>
          </a:xfrm>
          <a:solidFill>
            <a:schemeClr val="tx2">
              <a:lumMod val="75000"/>
            </a:schemeClr>
          </a:solidFill>
        </p:spPr>
        <p:txBody>
          <a:bodyPr/>
          <a:lstStyle>
            <a:lvl1pPr marL="0" indent="0">
              <a:buNone/>
              <a:defRPr/>
            </a:lvl1pPr>
          </a:lstStyle>
          <a:p>
            <a:pPr lvl="0"/>
            <a:r>
              <a:rPr lang="en-US" dirty="0"/>
              <a:t> </a:t>
            </a:r>
          </a:p>
        </p:txBody>
      </p:sp>
      <p:sp>
        <p:nvSpPr>
          <p:cNvPr id="20" name="Text Placeholder 2"/>
          <p:cNvSpPr>
            <a:spLocks noGrp="1"/>
          </p:cNvSpPr>
          <p:nvPr>
            <p:ph type="body" sz="quarter" idx="21" hasCustomPrompt="1"/>
          </p:nvPr>
        </p:nvSpPr>
        <p:spPr>
          <a:xfrm rot="5400000">
            <a:off x="6074664" y="-5093199"/>
            <a:ext cx="45719" cy="12188952"/>
          </a:xfrm>
          <a:solidFill>
            <a:schemeClr val="tx2">
              <a:lumMod val="75000"/>
            </a:schemeClr>
          </a:solid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008754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mp; 3 Images">
    <p:spTree>
      <p:nvGrpSpPr>
        <p:cNvPr id="1" name=""/>
        <p:cNvGrpSpPr/>
        <p:nvPr/>
      </p:nvGrpSpPr>
      <p:grpSpPr>
        <a:xfrm>
          <a:off x="0" y="0"/>
          <a:ext cx="0" cy="0"/>
          <a:chOff x="0" y="0"/>
          <a:chExt cx="0" cy="0"/>
        </a:xfrm>
      </p:grpSpPr>
      <p:sp>
        <p:nvSpPr>
          <p:cNvPr id="7" name="Picture Placeholder 3"/>
          <p:cNvSpPr>
            <a:spLocks noGrp="1"/>
          </p:cNvSpPr>
          <p:nvPr>
            <p:ph type="pic" sz="quarter" idx="12"/>
          </p:nvPr>
        </p:nvSpPr>
        <p:spPr>
          <a:xfrm>
            <a:off x="-9549" y="1024128"/>
            <a:ext cx="4042250" cy="5480652"/>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5" name="Picture Placeholder 25"/>
          <p:cNvSpPr>
            <a:spLocks noGrp="1"/>
          </p:cNvSpPr>
          <p:nvPr>
            <p:ph type="pic" sz="quarter" idx="14"/>
          </p:nvPr>
        </p:nvSpPr>
        <p:spPr>
          <a:xfrm>
            <a:off x="8159299" y="1024128"/>
            <a:ext cx="4032702" cy="5480652"/>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6" name="Picture Placeholder 6"/>
          <p:cNvSpPr>
            <a:spLocks noGrp="1"/>
          </p:cNvSpPr>
          <p:nvPr>
            <p:ph type="pic" sz="quarter" idx="13"/>
          </p:nvPr>
        </p:nvSpPr>
        <p:spPr>
          <a:xfrm>
            <a:off x="4078854" y="1024128"/>
            <a:ext cx="4034293" cy="5480652"/>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12" name="Title 11"/>
          <p:cNvSpPr>
            <a:spLocks noGrp="1"/>
          </p:cNvSpPr>
          <p:nvPr>
            <p:ph type="title" hasCustomPrompt="1"/>
          </p:nvPr>
        </p:nvSpPr>
        <p:spPr>
          <a:xfrm>
            <a:off x="411480" y="347472"/>
            <a:ext cx="10259568" cy="344710"/>
          </a:xfrm>
        </p:spPr>
        <p:txBody>
          <a:bodyPr vert="horz" lIns="0" tIns="0" rIns="0" bIns="0" rtlCol="0" anchor="ctr" anchorCtr="0">
            <a:normAutofit/>
          </a:bodyPr>
          <a:lstStyle>
            <a:lvl1pPr>
              <a:defRPr lang="en-US" dirty="0"/>
            </a:lvl1pPr>
          </a:lstStyle>
          <a:p>
            <a:pPr lvl="0"/>
            <a:r>
              <a:rPr lang="en-US" dirty="0"/>
              <a:t>Click to add title</a:t>
            </a:r>
          </a:p>
        </p:txBody>
      </p:sp>
      <p:sp>
        <p:nvSpPr>
          <p:cNvPr id="16" name="Text Placeholder 33"/>
          <p:cNvSpPr>
            <a:spLocks noGrp="1"/>
          </p:cNvSpPr>
          <p:nvPr>
            <p:ph type="body" sz="quarter" idx="18" hasCustomPrompt="1"/>
          </p:nvPr>
        </p:nvSpPr>
        <p:spPr>
          <a:xfrm>
            <a:off x="-9548" y="4849813"/>
            <a:ext cx="12201549" cy="814248"/>
          </a:xfrm>
          <a:solidFill>
            <a:srgbClr val="000000">
              <a:alpha val="89804"/>
            </a:srgbClr>
          </a:solidFill>
        </p:spPr>
        <p:txBody>
          <a:bodyPr anchor="ctr"/>
          <a:lstStyle>
            <a:lvl1pPr marL="0" indent="0" algn="ctr">
              <a:buNone/>
              <a:defRPr/>
            </a:lvl1pPr>
          </a:lstStyle>
          <a:p>
            <a:pPr lvl="0"/>
            <a:r>
              <a:rPr lang="en-US" dirty="0"/>
              <a:t> </a:t>
            </a:r>
          </a:p>
        </p:txBody>
      </p:sp>
      <p:sp>
        <p:nvSpPr>
          <p:cNvPr id="10" name="Text Placeholder 27"/>
          <p:cNvSpPr>
            <a:spLocks noGrp="1"/>
          </p:cNvSpPr>
          <p:nvPr>
            <p:ph type="body" sz="quarter" idx="15" hasCustomPrompt="1"/>
          </p:nvPr>
        </p:nvSpPr>
        <p:spPr bwMode="gray">
          <a:xfrm>
            <a:off x="174263" y="5024368"/>
            <a:ext cx="3674628" cy="465138"/>
          </a:xfrm>
        </p:spPr>
        <p:txBody>
          <a:bodyPr anchor="ctr">
            <a:noAutofit/>
          </a:bodyPr>
          <a:lstStyle>
            <a:lvl1pPr marL="0" indent="0" algn="ctr">
              <a:lnSpc>
                <a:spcPct val="90000"/>
              </a:lnSpc>
              <a:buNone/>
              <a:defRPr sz="2200">
                <a:solidFill>
                  <a:schemeClr val="bg1"/>
                </a:solidFill>
              </a:defRPr>
            </a:lvl1pPr>
          </a:lstStyle>
          <a:p>
            <a:pPr lvl="0"/>
            <a:r>
              <a:rPr lang="en-US" dirty="0"/>
              <a:t>Click to add text</a:t>
            </a:r>
          </a:p>
        </p:txBody>
      </p:sp>
      <p:sp>
        <p:nvSpPr>
          <p:cNvPr id="11" name="Text Placeholder 29"/>
          <p:cNvSpPr>
            <a:spLocks noGrp="1"/>
          </p:cNvSpPr>
          <p:nvPr>
            <p:ph type="body" sz="quarter" idx="16" hasCustomPrompt="1"/>
          </p:nvPr>
        </p:nvSpPr>
        <p:spPr bwMode="gray">
          <a:xfrm>
            <a:off x="4254709" y="5011670"/>
            <a:ext cx="3682585" cy="490537"/>
          </a:xfrm>
        </p:spPr>
        <p:txBody>
          <a:bodyPr anchor="ctr">
            <a:noAutofit/>
          </a:bodyPr>
          <a:lstStyle>
            <a:lvl1pPr marL="0" indent="0" algn="ctr">
              <a:lnSpc>
                <a:spcPct val="90000"/>
              </a:lnSpc>
              <a:buNone/>
              <a:defRPr sz="2200">
                <a:solidFill>
                  <a:schemeClr val="bg1"/>
                </a:solidFill>
              </a:defRPr>
            </a:lvl1pPr>
          </a:lstStyle>
          <a:p>
            <a:pPr lvl="0"/>
            <a:r>
              <a:rPr lang="en-US" dirty="0"/>
              <a:t>Click to add text</a:t>
            </a:r>
          </a:p>
        </p:txBody>
      </p:sp>
      <p:sp>
        <p:nvSpPr>
          <p:cNvPr id="13" name="Text Placeholder 31"/>
          <p:cNvSpPr>
            <a:spLocks noGrp="1"/>
          </p:cNvSpPr>
          <p:nvPr>
            <p:ph type="body" sz="quarter" idx="17" hasCustomPrompt="1"/>
          </p:nvPr>
        </p:nvSpPr>
        <p:spPr bwMode="gray">
          <a:xfrm>
            <a:off x="8338334" y="5015637"/>
            <a:ext cx="3674629" cy="482600"/>
          </a:xfrm>
        </p:spPr>
        <p:txBody>
          <a:bodyPr anchor="ctr">
            <a:noAutofit/>
          </a:bodyPr>
          <a:lstStyle>
            <a:lvl1pPr marL="0" indent="0" algn="ctr">
              <a:lnSpc>
                <a:spcPct val="90000"/>
              </a:lnSpc>
              <a:buNone/>
              <a:defRPr sz="2200">
                <a:solidFill>
                  <a:schemeClr val="bg1"/>
                </a:solidFill>
              </a:defRPr>
            </a:lvl1pPr>
          </a:lstStyle>
          <a:p>
            <a:pPr lvl="0"/>
            <a:r>
              <a:rPr lang="en-US" dirty="0"/>
              <a:t>Click to add text</a:t>
            </a:r>
          </a:p>
        </p:txBody>
      </p:sp>
      <p:sp>
        <p:nvSpPr>
          <p:cNvPr id="14" name="Text Placeholder 2"/>
          <p:cNvSpPr>
            <a:spLocks noGrp="1"/>
          </p:cNvSpPr>
          <p:nvPr>
            <p:ph type="body" sz="quarter" idx="19" hasCustomPrompt="1"/>
          </p:nvPr>
        </p:nvSpPr>
        <p:spPr>
          <a:xfrm>
            <a:off x="4032701" y="1024128"/>
            <a:ext cx="45719" cy="5480652"/>
          </a:xfrm>
          <a:solidFill>
            <a:schemeClr val="tx2">
              <a:lumMod val="75000"/>
            </a:schemeClr>
          </a:solidFill>
        </p:spPr>
        <p:txBody>
          <a:bodyPr/>
          <a:lstStyle>
            <a:lvl1pPr marL="0" indent="0">
              <a:buNone/>
              <a:defRPr/>
            </a:lvl1pPr>
          </a:lstStyle>
          <a:p>
            <a:pPr lvl="0"/>
            <a:r>
              <a:rPr lang="en-US" dirty="0"/>
              <a:t> </a:t>
            </a:r>
          </a:p>
        </p:txBody>
      </p:sp>
      <p:sp>
        <p:nvSpPr>
          <p:cNvPr id="15" name="Text Placeholder 10"/>
          <p:cNvSpPr>
            <a:spLocks noGrp="1"/>
          </p:cNvSpPr>
          <p:nvPr>
            <p:ph type="body" sz="quarter" idx="20" hasCustomPrompt="1"/>
          </p:nvPr>
        </p:nvSpPr>
        <p:spPr>
          <a:xfrm>
            <a:off x="8113146" y="1024128"/>
            <a:ext cx="47866" cy="5480652"/>
          </a:xfrm>
          <a:solidFill>
            <a:schemeClr val="tx2">
              <a:lumMod val="75000"/>
            </a:schemeClr>
          </a:solidFill>
        </p:spPr>
        <p:txBody>
          <a:bodyPr/>
          <a:lstStyle>
            <a:lvl1pPr marL="0" indent="0">
              <a:buNone/>
              <a:defRPr baseline="0"/>
            </a:lvl1pPr>
          </a:lstStyle>
          <a:p>
            <a:pPr lvl="0"/>
            <a:r>
              <a:rPr lang="en-US" dirty="0"/>
              <a:t> </a:t>
            </a:r>
          </a:p>
        </p:txBody>
      </p:sp>
      <p:sp>
        <p:nvSpPr>
          <p:cNvPr id="20" name="Text Placeholder 2"/>
          <p:cNvSpPr>
            <a:spLocks noGrp="1"/>
          </p:cNvSpPr>
          <p:nvPr>
            <p:ph type="body" sz="quarter" idx="21" hasCustomPrompt="1"/>
          </p:nvPr>
        </p:nvSpPr>
        <p:spPr>
          <a:xfrm rot="5400000">
            <a:off x="6074664" y="-5093208"/>
            <a:ext cx="45719" cy="12188952"/>
          </a:xfrm>
          <a:solidFill>
            <a:schemeClr val="tx2">
              <a:lumMod val="75000"/>
            </a:schemeClr>
          </a:solid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625537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Full Imag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548" y="1"/>
            <a:ext cx="12201549" cy="6858000"/>
          </a:xfrm>
        </p:spPr>
        <p:txBody>
          <a:bodyPr anchor="ctr"/>
          <a:lstStyle>
            <a:lvl1pPr marL="0" indent="0" algn="ctr">
              <a:buFontTx/>
              <a:buNone/>
              <a:defRPr baseline="0">
                <a:solidFill>
                  <a:schemeClr val="tx1"/>
                </a:solidFill>
                <a:latin typeface="+mn-lt"/>
              </a:defRPr>
            </a:lvl1pPr>
          </a:lstStyle>
          <a:p>
            <a:r>
              <a:rPr lang="en-US"/>
              <a:t>Click icon to add picture</a:t>
            </a:r>
            <a:endParaRPr lang="en-US" dirty="0"/>
          </a:p>
        </p:txBody>
      </p:sp>
      <p:sp>
        <p:nvSpPr>
          <p:cNvPr id="5" name="Text Placeholder 33"/>
          <p:cNvSpPr>
            <a:spLocks noGrp="1"/>
          </p:cNvSpPr>
          <p:nvPr>
            <p:ph type="body" sz="quarter" idx="18" hasCustomPrompt="1"/>
          </p:nvPr>
        </p:nvSpPr>
        <p:spPr>
          <a:xfrm>
            <a:off x="-9548" y="5033360"/>
            <a:ext cx="12201549" cy="902866"/>
          </a:xfrm>
          <a:solidFill>
            <a:srgbClr val="000000">
              <a:alpha val="90000"/>
            </a:srgbClr>
          </a:solidFill>
        </p:spPr>
        <p:txBody>
          <a:bodyPr anchor="ctr"/>
          <a:lstStyle>
            <a:lvl1pPr marL="0" indent="0" algn="ctr">
              <a:buNone/>
              <a:defRPr/>
            </a:lvl1pPr>
          </a:lstStyle>
          <a:p>
            <a:pPr lvl="0"/>
            <a:r>
              <a:rPr lang="en-US" dirty="0"/>
              <a:t> </a:t>
            </a:r>
          </a:p>
        </p:txBody>
      </p:sp>
      <p:sp>
        <p:nvSpPr>
          <p:cNvPr id="6" name="Text Placeholder 29"/>
          <p:cNvSpPr>
            <a:spLocks noGrp="1"/>
          </p:cNvSpPr>
          <p:nvPr>
            <p:ph type="body" sz="quarter" idx="16" hasCustomPrompt="1"/>
          </p:nvPr>
        </p:nvSpPr>
        <p:spPr bwMode="gray">
          <a:xfrm>
            <a:off x="293192" y="5239526"/>
            <a:ext cx="11605619" cy="490537"/>
          </a:xfrm>
        </p:spPr>
        <p:txBody>
          <a:bodyPr anchor="ctr">
            <a:normAutofit/>
          </a:bodyPr>
          <a:lstStyle>
            <a:lvl1pPr marL="0" indent="0" algn="ctr">
              <a:lnSpc>
                <a:spcPct val="90000"/>
              </a:lnSpc>
              <a:buNone/>
              <a:defRPr sz="3200" baseline="0">
                <a:solidFill>
                  <a:schemeClr val="bg1"/>
                </a:solidFill>
                <a:latin typeface="+mn-lt"/>
              </a:defRPr>
            </a:lvl1pPr>
          </a:lstStyle>
          <a:p>
            <a:pPr lvl="0"/>
            <a:r>
              <a:rPr lang="en-US" dirty="0"/>
              <a:t>Click to add text</a:t>
            </a:r>
          </a:p>
        </p:txBody>
      </p:sp>
    </p:spTree>
    <p:extLst>
      <p:ext uri="{BB962C8B-B14F-4D97-AF65-F5344CB8AC3E}">
        <p14:creationId xmlns:p14="http://schemas.microsoft.com/office/powerpoint/2010/main" val="3867053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wo Full Images">
    <p:spTree>
      <p:nvGrpSpPr>
        <p:cNvPr id="1" name=""/>
        <p:cNvGrpSpPr/>
        <p:nvPr/>
      </p:nvGrpSpPr>
      <p:grpSpPr>
        <a:xfrm>
          <a:off x="0" y="0"/>
          <a:ext cx="0" cy="0"/>
          <a:chOff x="0" y="0"/>
          <a:chExt cx="0" cy="0"/>
        </a:xfrm>
      </p:grpSpPr>
      <p:sp>
        <p:nvSpPr>
          <p:cNvPr id="6" name="Picture Placeholder 6"/>
          <p:cNvSpPr>
            <a:spLocks noGrp="1"/>
          </p:cNvSpPr>
          <p:nvPr>
            <p:ph type="pic" sz="quarter" idx="13"/>
          </p:nvPr>
        </p:nvSpPr>
        <p:spPr>
          <a:xfrm>
            <a:off x="6118859" y="0"/>
            <a:ext cx="6073141" cy="6857999"/>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7" name="Picture Placeholder 3"/>
          <p:cNvSpPr>
            <a:spLocks noGrp="1"/>
          </p:cNvSpPr>
          <p:nvPr>
            <p:ph type="pic" sz="quarter" idx="12"/>
          </p:nvPr>
        </p:nvSpPr>
        <p:spPr>
          <a:xfrm>
            <a:off x="1" y="1"/>
            <a:ext cx="6073140" cy="6858000"/>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9" name="Text Placeholder 33"/>
          <p:cNvSpPr>
            <a:spLocks noGrp="1"/>
          </p:cNvSpPr>
          <p:nvPr>
            <p:ph type="body" sz="quarter" idx="18" hasCustomPrompt="1"/>
          </p:nvPr>
        </p:nvSpPr>
        <p:spPr>
          <a:xfrm>
            <a:off x="-9548" y="4853735"/>
            <a:ext cx="12201549" cy="814248"/>
          </a:xfrm>
          <a:solidFill>
            <a:srgbClr val="000000">
              <a:alpha val="89804"/>
            </a:srgbClr>
          </a:solidFill>
        </p:spPr>
        <p:txBody>
          <a:bodyPr anchor="ctr"/>
          <a:lstStyle>
            <a:lvl1pPr marL="0" indent="0" algn="ctr">
              <a:buNone/>
              <a:defRPr/>
            </a:lvl1pPr>
          </a:lstStyle>
          <a:p>
            <a:pPr lvl="0"/>
            <a:r>
              <a:rPr lang="en-US" dirty="0"/>
              <a:t> </a:t>
            </a:r>
          </a:p>
        </p:txBody>
      </p:sp>
      <p:sp>
        <p:nvSpPr>
          <p:cNvPr id="10" name="Text Placeholder 27"/>
          <p:cNvSpPr>
            <a:spLocks noGrp="1"/>
          </p:cNvSpPr>
          <p:nvPr>
            <p:ph type="body" sz="quarter" idx="15" hasCustomPrompt="1"/>
          </p:nvPr>
        </p:nvSpPr>
        <p:spPr bwMode="gray">
          <a:xfrm>
            <a:off x="387496" y="5028290"/>
            <a:ext cx="5314257" cy="465138"/>
          </a:xfrm>
        </p:spPr>
        <p:txBody>
          <a:bodyPr anchor="ctr"/>
          <a:lstStyle>
            <a:lvl1pPr marL="0" indent="0" algn="ctr">
              <a:lnSpc>
                <a:spcPct val="90000"/>
              </a:lnSpc>
              <a:buNone/>
              <a:defRPr sz="2400">
                <a:solidFill>
                  <a:schemeClr val="bg1"/>
                </a:solidFill>
              </a:defRPr>
            </a:lvl1pPr>
          </a:lstStyle>
          <a:p>
            <a:pPr lvl="0"/>
            <a:r>
              <a:rPr lang="en-US" dirty="0"/>
              <a:t>Click to add text</a:t>
            </a:r>
          </a:p>
        </p:txBody>
      </p:sp>
      <p:sp>
        <p:nvSpPr>
          <p:cNvPr id="11" name="Text Placeholder 29"/>
          <p:cNvSpPr>
            <a:spLocks noGrp="1"/>
          </p:cNvSpPr>
          <p:nvPr>
            <p:ph type="body" sz="quarter" idx="16" hasCustomPrompt="1"/>
          </p:nvPr>
        </p:nvSpPr>
        <p:spPr bwMode="gray">
          <a:xfrm>
            <a:off x="6498774" y="5015592"/>
            <a:ext cx="5325766" cy="490537"/>
          </a:xfrm>
        </p:spPr>
        <p:txBody>
          <a:bodyPr anchor="ctr"/>
          <a:lstStyle>
            <a:lvl1pPr marL="0" indent="0" algn="ctr">
              <a:lnSpc>
                <a:spcPct val="90000"/>
              </a:lnSpc>
              <a:buNone/>
              <a:defRPr sz="2400">
                <a:solidFill>
                  <a:schemeClr val="bg1"/>
                </a:solidFill>
              </a:defRPr>
            </a:lvl1pPr>
          </a:lstStyle>
          <a:p>
            <a:pPr lvl="0"/>
            <a:r>
              <a:rPr lang="en-US" dirty="0"/>
              <a:t>Click to add text</a:t>
            </a:r>
          </a:p>
        </p:txBody>
      </p:sp>
      <p:sp>
        <p:nvSpPr>
          <p:cNvPr id="14" name="Text Placeholder 2"/>
          <p:cNvSpPr>
            <a:spLocks noGrp="1"/>
          </p:cNvSpPr>
          <p:nvPr>
            <p:ph type="body" sz="quarter" idx="19" hasCustomPrompt="1"/>
          </p:nvPr>
        </p:nvSpPr>
        <p:spPr>
          <a:xfrm>
            <a:off x="6073141" y="0"/>
            <a:ext cx="45719" cy="6858000"/>
          </a:xfrm>
          <a:solidFill>
            <a:schemeClr val="tx2">
              <a:lumMod val="75000"/>
            </a:schemeClr>
          </a:solid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242323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hree Full Images">
    <p:spTree>
      <p:nvGrpSpPr>
        <p:cNvPr id="1" name=""/>
        <p:cNvGrpSpPr/>
        <p:nvPr/>
      </p:nvGrpSpPr>
      <p:grpSpPr>
        <a:xfrm>
          <a:off x="0" y="0"/>
          <a:ext cx="0" cy="0"/>
          <a:chOff x="0" y="0"/>
          <a:chExt cx="0" cy="0"/>
        </a:xfrm>
      </p:grpSpPr>
      <p:sp>
        <p:nvSpPr>
          <p:cNvPr id="7" name="Picture Placeholder 3"/>
          <p:cNvSpPr>
            <a:spLocks noGrp="1"/>
          </p:cNvSpPr>
          <p:nvPr>
            <p:ph type="pic" sz="quarter" idx="12"/>
          </p:nvPr>
        </p:nvSpPr>
        <p:spPr>
          <a:xfrm>
            <a:off x="-9549" y="0"/>
            <a:ext cx="4042250" cy="6858000"/>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5" name="Picture Placeholder 25"/>
          <p:cNvSpPr>
            <a:spLocks noGrp="1"/>
          </p:cNvSpPr>
          <p:nvPr>
            <p:ph type="pic" sz="quarter" idx="14"/>
          </p:nvPr>
        </p:nvSpPr>
        <p:spPr>
          <a:xfrm>
            <a:off x="8159299" y="0"/>
            <a:ext cx="4032702" cy="6858000"/>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6" name="Picture Placeholder 6"/>
          <p:cNvSpPr>
            <a:spLocks noGrp="1"/>
          </p:cNvSpPr>
          <p:nvPr>
            <p:ph type="pic" sz="quarter" idx="13"/>
          </p:nvPr>
        </p:nvSpPr>
        <p:spPr>
          <a:xfrm>
            <a:off x="4078854" y="0"/>
            <a:ext cx="4034293" cy="6858000"/>
          </a:xfrm>
        </p:spPr>
        <p:txBody>
          <a:bodyPr anchor="ctr"/>
          <a:lstStyle>
            <a:lvl1pPr marL="0" indent="0" algn="ctr">
              <a:buNone/>
              <a:defRPr>
                <a:solidFill>
                  <a:schemeClr val="tx1"/>
                </a:solidFill>
                <a:latin typeface="+mn-lt"/>
              </a:defRPr>
            </a:lvl1pPr>
          </a:lstStyle>
          <a:p>
            <a:r>
              <a:rPr lang="en-US"/>
              <a:t>Click icon to add picture</a:t>
            </a:r>
            <a:endParaRPr lang="en-US" dirty="0"/>
          </a:p>
        </p:txBody>
      </p:sp>
      <p:sp>
        <p:nvSpPr>
          <p:cNvPr id="16" name="Text Placeholder 33"/>
          <p:cNvSpPr>
            <a:spLocks noGrp="1"/>
          </p:cNvSpPr>
          <p:nvPr>
            <p:ph type="body" sz="quarter" idx="18" hasCustomPrompt="1"/>
          </p:nvPr>
        </p:nvSpPr>
        <p:spPr>
          <a:xfrm>
            <a:off x="-9548" y="4849813"/>
            <a:ext cx="12201549" cy="814248"/>
          </a:xfrm>
          <a:solidFill>
            <a:srgbClr val="000000">
              <a:alpha val="89804"/>
            </a:srgbClr>
          </a:solidFill>
        </p:spPr>
        <p:txBody>
          <a:bodyPr anchor="ctr"/>
          <a:lstStyle>
            <a:lvl1pPr marL="0" indent="0" algn="ctr">
              <a:buNone/>
              <a:defRPr/>
            </a:lvl1pPr>
          </a:lstStyle>
          <a:p>
            <a:pPr lvl="0"/>
            <a:r>
              <a:rPr lang="en-US" dirty="0"/>
              <a:t> </a:t>
            </a:r>
          </a:p>
        </p:txBody>
      </p:sp>
      <p:sp>
        <p:nvSpPr>
          <p:cNvPr id="10" name="Text Placeholder 27"/>
          <p:cNvSpPr>
            <a:spLocks noGrp="1"/>
          </p:cNvSpPr>
          <p:nvPr>
            <p:ph type="body" sz="quarter" idx="15" hasCustomPrompt="1"/>
          </p:nvPr>
        </p:nvSpPr>
        <p:spPr bwMode="gray">
          <a:xfrm>
            <a:off x="174263" y="5024368"/>
            <a:ext cx="3674628" cy="465138"/>
          </a:xfrm>
        </p:spPr>
        <p:txBody>
          <a:bodyPr anchor="ctr">
            <a:noAutofit/>
          </a:bodyPr>
          <a:lstStyle>
            <a:lvl1pPr marL="0" indent="0" algn="ctr">
              <a:lnSpc>
                <a:spcPct val="90000"/>
              </a:lnSpc>
              <a:buNone/>
              <a:defRPr sz="2200">
                <a:solidFill>
                  <a:schemeClr val="bg1"/>
                </a:solidFill>
              </a:defRPr>
            </a:lvl1pPr>
          </a:lstStyle>
          <a:p>
            <a:pPr lvl="0"/>
            <a:r>
              <a:rPr lang="en-US" dirty="0"/>
              <a:t>Click to add text</a:t>
            </a:r>
          </a:p>
        </p:txBody>
      </p:sp>
      <p:sp>
        <p:nvSpPr>
          <p:cNvPr id="11" name="Text Placeholder 29"/>
          <p:cNvSpPr>
            <a:spLocks noGrp="1"/>
          </p:cNvSpPr>
          <p:nvPr>
            <p:ph type="body" sz="quarter" idx="16" hasCustomPrompt="1"/>
          </p:nvPr>
        </p:nvSpPr>
        <p:spPr bwMode="gray">
          <a:xfrm>
            <a:off x="4254709" y="5011670"/>
            <a:ext cx="3682585" cy="490537"/>
          </a:xfrm>
        </p:spPr>
        <p:txBody>
          <a:bodyPr anchor="ctr">
            <a:noAutofit/>
          </a:bodyPr>
          <a:lstStyle>
            <a:lvl1pPr marL="0" indent="0" algn="ctr">
              <a:lnSpc>
                <a:spcPct val="90000"/>
              </a:lnSpc>
              <a:buNone/>
              <a:defRPr sz="2200">
                <a:solidFill>
                  <a:schemeClr val="bg1"/>
                </a:solidFill>
              </a:defRPr>
            </a:lvl1pPr>
          </a:lstStyle>
          <a:p>
            <a:pPr lvl="0"/>
            <a:r>
              <a:rPr lang="en-US" dirty="0"/>
              <a:t>Click to add text</a:t>
            </a:r>
          </a:p>
        </p:txBody>
      </p:sp>
      <p:sp>
        <p:nvSpPr>
          <p:cNvPr id="13" name="Text Placeholder 31"/>
          <p:cNvSpPr>
            <a:spLocks noGrp="1"/>
          </p:cNvSpPr>
          <p:nvPr>
            <p:ph type="body" sz="quarter" idx="17" hasCustomPrompt="1"/>
          </p:nvPr>
        </p:nvSpPr>
        <p:spPr bwMode="gray">
          <a:xfrm>
            <a:off x="8338334" y="5015637"/>
            <a:ext cx="3674629" cy="482600"/>
          </a:xfrm>
        </p:spPr>
        <p:txBody>
          <a:bodyPr anchor="ctr">
            <a:noAutofit/>
          </a:bodyPr>
          <a:lstStyle>
            <a:lvl1pPr marL="0" indent="0" algn="ctr">
              <a:lnSpc>
                <a:spcPct val="90000"/>
              </a:lnSpc>
              <a:buNone/>
              <a:defRPr sz="2200">
                <a:solidFill>
                  <a:schemeClr val="bg1"/>
                </a:solidFill>
              </a:defRPr>
            </a:lvl1pPr>
          </a:lstStyle>
          <a:p>
            <a:pPr lvl="0"/>
            <a:r>
              <a:rPr lang="en-US" dirty="0"/>
              <a:t>Click to add text</a:t>
            </a:r>
          </a:p>
        </p:txBody>
      </p:sp>
      <p:sp>
        <p:nvSpPr>
          <p:cNvPr id="14" name="Text Placeholder 2"/>
          <p:cNvSpPr>
            <a:spLocks noGrp="1"/>
          </p:cNvSpPr>
          <p:nvPr>
            <p:ph type="body" sz="quarter" idx="19" hasCustomPrompt="1"/>
          </p:nvPr>
        </p:nvSpPr>
        <p:spPr>
          <a:xfrm>
            <a:off x="4032700" y="0"/>
            <a:ext cx="45720" cy="6858000"/>
          </a:xfrm>
          <a:solidFill>
            <a:schemeClr val="tx2">
              <a:lumMod val="75000"/>
            </a:schemeClr>
          </a:solidFill>
        </p:spPr>
        <p:txBody>
          <a:bodyPr/>
          <a:lstStyle>
            <a:lvl1pPr marL="0" indent="0">
              <a:buNone/>
              <a:defRPr/>
            </a:lvl1pPr>
          </a:lstStyle>
          <a:p>
            <a:pPr lvl="0"/>
            <a:r>
              <a:rPr lang="en-US" dirty="0"/>
              <a:t> </a:t>
            </a:r>
          </a:p>
        </p:txBody>
      </p:sp>
      <p:sp>
        <p:nvSpPr>
          <p:cNvPr id="15" name="Text Placeholder 10"/>
          <p:cNvSpPr>
            <a:spLocks noGrp="1"/>
          </p:cNvSpPr>
          <p:nvPr>
            <p:ph type="body" sz="quarter" idx="20" hasCustomPrompt="1"/>
          </p:nvPr>
        </p:nvSpPr>
        <p:spPr>
          <a:xfrm>
            <a:off x="8113146" y="0"/>
            <a:ext cx="45720" cy="6858000"/>
          </a:xfrm>
          <a:solidFill>
            <a:schemeClr val="tx2">
              <a:lumMod val="75000"/>
            </a:schemeClr>
          </a:solidFill>
        </p:spPr>
        <p:txBody>
          <a:bodyPr/>
          <a:lstStyle>
            <a:lvl1pPr marL="0" indent="0">
              <a:buNone/>
              <a:defRPr baseline="0"/>
            </a:lvl1pPr>
          </a:lstStyle>
          <a:p>
            <a:pPr lvl="0"/>
            <a:r>
              <a:rPr lang="en-US" dirty="0"/>
              <a:t> </a:t>
            </a:r>
          </a:p>
        </p:txBody>
      </p:sp>
    </p:spTree>
    <p:extLst>
      <p:ext uri="{BB962C8B-B14F-4D97-AF65-F5344CB8AC3E}">
        <p14:creationId xmlns:p14="http://schemas.microsoft.com/office/powerpoint/2010/main" val="2775860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Green Number Divider">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1"/>
            <a:ext cx="12187065" cy="6858000"/>
          </a:xfrm>
          <a:prstGeom prst="rect">
            <a:avLst/>
          </a:prstGeom>
        </p:spPr>
      </p:pic>
      <p:sp>
        <p:nvSpPr>
          <p:cNvPr id="8"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sp>
        <p:nvSpPr>
          <p:cNvPr id="3" name="Rectangle 2"/>
          <p:cNvSpPr/>
          <p:nvPr/>
        </p:nvSpPr>
        <p:spPr bwMode="gray">
          <a:xfrm>
            <a:off x="1482571" y="2780115"/>
            <a:ext cx="10709429" cy="1308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Oval 5"/>
          <p:cNvSpPr/>
          <p:nvPr/>
        </p:nvSpPr>
        <p:spPr bwMode="gray">
          <a:xfrm>
            <a:off x="437477" y="2590309"/>
            <a:ext cx="1691925" cy="1687739"/>
          </a:xfrm>
          <a:prstGeom prst="ellipse">
            <a:avLst/>
          </a:prstGeom>
          <a:solidFill>
            <a:schemeClr val="bg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00" b="0" dirty="0">
              <a:solidFill>
                <a:schemeClr val="bg1"/>
              </a:solidFill>
              <a:latin typeface="+mn-lt"/>
              <a:ea typeface="Arial" charset="0"/>
              <a:cs typeface="Arial" charset="0"/>
            </a:endParaRPr>
          </a:p>
        </p:txBody>
      </p:sp>
      <p:sp>
        <p:nvSpPr>
          <p:cNvPr id="5" name="Text Placeholder 4"/>
          <p:cNvSpPr>
            <a:spLocks noGrp="1"/>
          </p:cNvSpPr>
          <p:nvPr>
            <p:ph type="body" sz="quarter" idx="10" hasCustomPrompt="1"/>
          </p:nvPr>
        </p:nvSpPr>
        <p:spPr bwMode="gray">
          <a:xfrm>
            <a:off x="815750" y="3122194"/>
            <a:ext cx="916668" cy="914400"/>
          </a:xfrm>
        </p:spPr>
        <p:txBody>
          <a:bodyPr anchor="ctr"/>
          <a:lstStyle>
            <a:lvl1pPr marL="0" indent="0" algn="ctr">
              <a:buNone/>
              <a:defRPr sz="9600" b="0">
                <a:solidFill>
                  <a:schemeClr val="bg1"/>
                </a:solidFill>
                <a:latin typeface="+mn-lt"/>
              </a:defRPr>
            </a:lvl1pPr>
            <a:lvl5pPr marL="1828800" indent="0">
              <a:buNone/>
              <a:defRPr/>
            </a:lvl5pPr>
          </a:lstStyle>
          <a:p>
            <a:pPr lvl="0"/>
            <a:r>
              <a:rPr lang="en-US" dirty="0"/>
              <a:t>#</a:t>
            </a:r>
          </a:p>
        </p:txBody>
      </p:sp>
      <p:sp>
        <p:nvSpPr>
          <p:cNvPr id="9" name="Title 1"/>
          <p:cNvSpPr>
            <a:spLocks noGrp="1"/>
          </p:cNvSpPr>
          <p:nvPr>
            <p:ph type="ctrTitle" hasCustomPrompt="1"/>
          </p:nvPr>
        </p:nvSpPr>
        <p:spPr>
          <a:xfrm>
            <a:off x="2517817" y="3233278"/>
            <a:ext cx="9319456" cy="517065"/>
          </a:xfrm>
        </p:spPr>
        <p:txBody>
          <a:bodyPr wrap="square" anchor="ctr" anchorCtr="0">
            <a:spAutoFit/>
          </a:bodyPr>
          <a:lstStyle>
            <a:lvl1pPr>
              <a:lnSpc>
                <a:spcPct val="80000"/>
              </a:lnSpc>
              <a:defRPr sz="4200" b="0" i="0" cap="all" baseline="0">
                <a:solidFill>
                  <a:schemeClr val="tx1"/>
                </a:solidFill>
                <a:effectLst/>
                <a:latin typeface="+mn-lt"/>
                <a:ea typeface="DIN Pro Black" charset="0"/>
                <a:cs typeface="DIN Pro Black" charset="0"/>
              </a:defRPr>
            </a:lvl1pPr>
          </a:lstStyle>
          <a:p>
            <a:r>
              <a:rPr lang="en-US" dirty="0"/>
              <a:t>Click to add divider Title</a:t>
            </a: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23238810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Slide with Half Image">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r="50225"/>
          <a:stretch/>
        </p:blipFill>
        <p:spPr>
          <a:xfrm>
            <a:off x="2467" y="-1"/>
            <a:ext cx="6066101" cy="6858000"/>
          </a:xfrm>
          <a:prstGeom prst="rect">
            <a:avLst/>
          </a:prstGeom>
        </p:spPr>
      </p:pic>
      <p:sp>
        <p:nvSpPr>
          <p:cNvPr id="6" name="Picture Placeholder 5"/>
          <p:cNvSpPr>
            <a:spLocks noGrp="1"/>
          </p:cNvSpPr>
          <p:nvPr>
            <p:ph type="pic" sz="quarter" idx="13" hasCustomPrompt="1"/>
          </p:nvPr>
        </p:nvSpPr>
        <p:spPr>
          <a:xfrm>
            <a:off x="6123432" y="0"/>
            <a:ext cx="6068567" cy="6858000"/>
          </a:xfrm>
        </p:spPr>
        <p:txBody>
          <a:bodyPr anchor="ctr"/>
          <a:lstStyle>
            <a:lvl1pPr marL="0" indent="0" algn="ctr">
              <a:buNone/>
              <a:defRPr/>
            </a:lvl1pPr>
          </a:lstStyle>
          <a:p>
            <a:r>
              <a:rPr lang="en-US" dirty="0"/>
              <a:t>Insert Photo Here</a:t>
            </a:r>
          </a:p>
        </p:txBody>
      </p:sp>
      <p:sp>
        <p:nvSpPr>
          <p:cNvPr id="2" name="Title 1"/>
          <p:cNvSpPr>
            <a:spLocks noGrp="1"/>
          </p:cNvSpPr>
          <p:nvPr>
            <p:ph type="ctrTitle" hasCustomPrompt="1"/>
          </p:nvPr>
        </p:nvSpPr>
        <p:spPr bwMode="gray">
          <a:xfrm>
            <a:off x="427964" y="2738406"/>
            <a:ext cx="5417220" cy="1077218"/>
          </a:xfrm>
        </p:spPr>
        <p:txBody>
          <a:bodyPr wrap="square" tIns="91440" anchor="ctr" anchorCtr="0">
            <a:spAutoFit/>
          </a:bodyPr>
          <a:lstStyle>
            <a:lvl1pPr>
              <a:lnSpc>
                <a:spcPct val="80000"/>
              </a:lnSpc>
              <a:defRPr sz="4000" b="0" cap="all" baseline="0">
                <a:solidFill>
                  <a:schemeClr val="bg1"/>
                </a:solidFill>
                <a:effectLst/>
                <a:latin typeface="+mn-lt"/>
              </a:defRPr>
            </a:lvl1pPr>
          </a:lstStyle>
          <a:p>
            <a:r>
              <a:rPr lang="en-US" dirty="0"/>
              <a:t>Click to Add Presentation Title</a:t>
            </a:r>
          </a:p>
        </p:txBody>
      </p:sp>
      <p:sp>
        <p:nvSpPr>
          <p:cNvPr id="3" name="Subtitle 2"/>
          <p:cNvSpPr>
            <a:spLocks noGrp="1"/>
          </p:cNvSpPr>
          <p:nvPr>
            <p:ph type="subTitle" idx="1" hasCustomPrompt="1"/>
          </p:nvPr>
        </p:nvSpPr>
        <p:spPr bwMode="gray">
          <a:xfrm>
            <a:off x="427965" y="5450090"/>
            <a:ext cx="5424946" cy="276999"/>
          </a:xfrm>
        </p:spPr>
        <p:txBody>
          <a:bodyPr wrap="square" anchor="b">
            <a:spAutoFit/>
          </a:bodyPr>
          <a:lstStyle>
            <a:lvl1pPr marL="0" indent="0" algn="l">
              <a:spcBef>
                <a:spcPts val="0"/>
              </a:spcBef>
              <a:buNone/>
              <a:defRPr sz="2000" b="0">
                <a:solidFill>
                  <a:schemeClr val="bg1"/>
                </a:solidFill>
                <a:effectLst/>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Presenter’s Name</a:t>
            </a:r>
          </a:p>
        </p:txBody>
      </p:sp>
      <p:sp>
        <p:nvSpPr>
          <p:cNvPr id="8" name="Text Placeholder 7"/>
          <p:cNvSpPr>
            <a:spLocks noGrp="1"/>
          </p:cNvSpPr>
          <p:nvPr>
            <p:ph type="body" sz="quarter" idx="10" hasCustomPrompt="1"/>
          </p:nvPr>
        </p:nvSpPr>
        <p:spPr bwMode="gray">
          <a:xfrm>
            <a:off x="427965" y="5761656"/>
            <a:ext cx="5424946" cy="221599"/>
          </a:xfrm>
        </p:spPr>
        <p:txBody>
          <a:bodyPr>
            <a:spAutoFit/>
          </a:bodyPr>
          <a:lstStyle>
            <a:lvl1pPr marL="0" indent="0" algn="l">
              <a:buNone/>
              <a:defRPr sz="1600">
                <a:solidFill>
                  <a:schemeClr val="bg1"/>
                </a:solidFill>
                <a:effectLst/>
                <a:latin typeface="+mn-lt"/>
              </a:defRPr>
            </a:lvl1pPr>
            <a:lvl2pPr marL="455613"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Click to Add Presenter’s Title</a:t>
            </a:r>
          </a:p>
        </p:txBody>
      </p:sp>
      <p:sp>
        <p:nvSpPr>
          <p:cNvPr id="10" name="Text Placeholder 9"/>
          <p:cNvSpPr>
            <a:spLocks noGrp="1"/>
          </p:cNvSpPr>
          <p:nvPr>
            <p:ph type="body" sz="quarter" idx="12" hasCustomPrompt="1"/>
          </p:nvPr>
        </p:nvSpPr>
        <p:spPr bwMode="gray">
          <a:xfrm>
            <a:off x="427965" y="6249404"/>
            <a:ext cx="5424946" cy="193899"/>
          </a:xfrm>
        </p:spPr>
        <p:txBody>
          <a:bodyPr>
            <a:spAutoFit/>
          </a:bodyPr>
          <a:lstStyle>
            <a:lvl1pPr marL="0" indent="0" algn="l">
              <a:buFontTx/>
              <a:buNone/>
              <a:defRPr sz="1400">
                <a:solidFill>
                  <a:schemeClr val="bg1"/>
                </a:solidFill>
                <a:effectLst/>
                <a:latin typeface="+mn-lt"/>
              </a:defRPr>
            </a:lvl1pPr>
            <a:lvl2pPr marL="455613" indent="0">
              <a:buFontTx/>
              <a:buNone/>
              <a:defRPr sz="1500">
                <a:solidFill>
                  <a:schemeClr val="bg1"/>
                </a:solidFill>
                <a:latin typeface="Arial Narrow" pitchFamily="34" charset="0"/>
              </a:defRPr>
            </a:lvl2pPr>
            <a:lvl3pPr marL="914400" indent="0">
              <a:buFontTx/>
              <a:buNone/>
              <a:defRPr sz="1500">
                <a:solidFill>
                  <a:schemeClr val="bg1"/>
                </a:solidFill>
                <a:latin typeface="Arial Narrow" pitchFamily="34" charset="0"/>
              </a:defRPr>
            </a:lvl3pPr>
            <a:lvl4pPr marL="1371600" indent="0">
              <a:buFontTx/>
              <a:buNone/>
              <a:defRPr sz="1500">
                <a:solidFill>
                  <a:schemeClr val="bg1"/>
                </a:solidFill>
                <a:latin typeface="Arial Narrow" pitchFamily="34" charset="0"/>
              </a:defRPr>
            </a:lvl4pPr>
            <a:lvl5pPr marL="1828800" indent="0">
              <a:buFontTx/>
              <a:buNone/>
              <a:defRPr sz="1500">
                <a:solidFill>
                  <a:schemeClr val="bg1"/>
                </a:solidFill>
                <a:latin typeface="Arial Narrow" pitchFamily="34" charset="0"/>
              </a:defRPr>
            </a:lvl5pPr>
          </a:lstStyle>
          <a:p>
            <a:pPr lvl="0"/>
            <a:r>
              <a:rPr lang="en-US" dirty="0"/>
              <a:t>Click to Add Date</a:t>
            </a:r>
          </a:p>
        </p:txBody>
      </p:sp>
      <p:sp>
        <p:nvSpPr>
          <p:cNvPr id="12" name="Rectangle 11"/>
          <p:cNvSpPr/>
          <p:nvPr/>
        </p:nvSpPr>
        <p:spPr bwMode="gray">
          <a:xfrm>
            <a:off x="6068568" y="0"/>
            <a:ext cx="548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964" y="422412"/>
            <a:ext cx="1538859" cy="597682"/>
          </a:xfrm>
          <a:prstGeom prst="rect">
            <a:avLst/>
          </a:prstGeom>
        </p:spPr>
      </p:pic>
    </p:spTree>
    <p:extLst>
      <p:ext uri="{BB962C8B-B14F-4D97-AF65-F5344CB8AC3E}">
        <p14:creationId xmlns:p14="http://schemas.microsoft.com/office/powerpoint/2010/main" val="36091776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Slide with Full Image">
    <p:bg>
      <p:bgPr>
        <a:solidFill>
          <a:schemeClr val="bg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5" name="Text Placeholder 4"/>
          <p:cNvSpPr>
            <a:spLocks noGrp="1"/>
          </p:cNvSpPr>
          <p:nvPr>
            <p:ph type="body" sz="quarter" idx="17" hasCustomPrompt="1"/>
          </p:nvPr>
        </p:nvSpPr>
        <p:spPr>
          <a:xfrm>
            <a:off x="1" y="3474002"/>
            <a:ext cx="6105804" cy="2774398"/>
          </a:xfrm>
          <a:solidFill>
            <a:srgbClr val="000000">
              <a:alpha val="70000"/>
            </a:srgbClr>
          </a:solidFill>
        </p:spPr>
        <p:txBody>
          <a:bodyPr/>
          <a:lstStyle>
            <a:lvl1pPr marL="0" indent="0">
              <a:buNone/>
              <a:defRPr/>
            </a:lvl1pPr>
            <a:lvl2pPr marL="541501" indent="0">
              <a:buNone/>
              <a:defRPr/>
            </a:lvl2pPr>
            <a:lvl3pPr marL="1086776" indent="0">
              <a:buNone/>
              <a:defRPr/>
            </a:lvl3pPr>
            <a:lvl4pPr marL="1630163" indent="0">
              <a:buNone/>
              <a:defRPr/>
            </a:lvl4pPr>
            <a:lvl5pPr marL="2173551" indent="0">
              <a:buNone/>
              <a:defRPr/>
            </a:lvl5pPr>
          </a:lstStyle>
          <a:p>
            <a:pPr lvl="0"/>
            <a:r>
              <a:rPr lang="en-US" dirty="0"/>
              <a:t> </a:t>
            </a:r>
          </a:p>
        </p:txBody>
      </p:sp>
      <p:sp>
        <p:nvSpPr>
          <p:cNvPr id="2" name="Title 1"/>
          <p:cNvSpPr>
            <a:spLocks noGrp="1"/>
          </p:cNvSpPr>
          <p:nvPr>
            <p:ph type="ctrTitle" hasCustomPrompt="1"/>
          </p:nvPr>
        </p:nvSpPr>
        <p:spPr bwMode="gray">
          <a:xfrm>
            <a:off x="256906" y="3759912"/>
            <a:ext cx="5686317" cy="886397"/>
          </a:xfrm>
        </p:spPr>
        <p:txBody>
          <a:bodyPr wrap="square" anchor="ctr" anchorCtr="0">
            <a:spAutoFit/>
          </a:bodyPr>
          <a:lstStyle>
            <a:lvl1pPr algn="l">
              <a:lnSpc>
                <a:spcPct val="80000"/>
              </a:lnSpc>
              <a:defRPr sz="3600" b="0" i="0" cap="all" baseline="0">
                <a:solidFill>
                  <a:schemeClr val="bg1"/>
                </a:solidFill>
                <a:effectLst/>
                <a:latin typeface="+mj-lt"/>
                <a:ea typeface="DIN Pro Black" charset="0"/>
                <a:cs typeface="DIN Pro Black" charset="0"/>
              </a:defRPr>
            </a:lvl1pPr>
          </a:lstStyle>
          <a:p>
            <a:r>
              <a:rPr lang="en-US" dirty="0"/>
              <a:t>Click to Add Presentation Title</a:t>
            </a:r>
          </a:p>
        </p:txBody>
      </p:sp>
      <p:sp>
        <p:nvSpPr>
          <p:cNvPr id="3" name="Subtitle 2"/>
          <p:cNvSpPr>
            <a:spLocks noGrp="1"/>
          </p:cNvSpPr>
          <p:nvPr>
            <p:ph type="subTitle" idx="1" hasCustomPrompt="1"/>
          </p:nvPr>
        </p:nvSpPr>
        <p:spPr bwMode="gray">
          <a:xfrm>
            <a:off x="256906" y="5001756"/>
            <a:ext cx="5686317" cy="246221"/>
          </a:xfrm>
        </p:spPr>
        <p:txBody>
          <a:bodyPr wrap="square" anchor="b">
            <a:spAutoFit/>
          </a:bodyPr>
          <a:lstStyle>
            <a:lvl1pPr marL="0" indent="0" algn="l">
              <a:lnSpc>
                <a:spcPct val="80000"/>
              </a:lnSpc>
              <a:spcBef>
                <a:spcPts val="0"/>
              </a:spcBef>
              <a:spcAft>
                <a:spcPts val="800"/>
              </a:spcAft>
              <a:buNone/>
              <a:defRPr sz="2000" b="0">
                <a:solidFill>
                  <a:schemeClr val="bg1"/>
                </a:solidFill>
                <a:effectLst/>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Presenter’s Name</a:t>
            </a:r>
          </a:p>
        </p:txBody>
      </p:sp>
      <p:sp>
        <p:nvSpPr>
          <p:cNvPr id="8" name="Text Placeholder 7"/>
          <p:cNvSpPr>
            <a:spLocks noGrp="1"/>
          </p:cNvSpPr>
          <p:nvPr>
            <p:ph type="body" sz="quarter" idx="10" hasCustomPrompt="1"/>
          </p:nvPr>
        </p:nvSpPr>
        <p:spPr bwMode="gray">
          <a:xfrm>
            <a:off x="256906" y="5282543"/>
            <a:ext cx="5686317" cy="221599"/>
          </a:xfrm>
        </p:spPr>
        <p:txBody>
          <a:bodyPr wrap="square" anchor="t">
            <a:spAutoFit/>
          </a:bodyPr>
          <a:lstStyle>
            <a:lvl1pPr marL="0" indent="0" algn="l">
              <a:buNone/>
              <a:defRPr sz="1600">
                <a:solidFill>
                  <a:schemeClr val="bg1"/>
                </a:solidFill>
                <a:effectLst/>
                <a:latin typeface="+mn-lt"/>
              </a:defRPr>
            </a:lvl1pPr>
            <a:lvl2pPr marL="455613"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Click to Add Presenter’s Title</a:t>
            </a:r>
          </a:p>
        </p:txBody>
      </p:sp>
      <p:sp>
        <p:nvSpPr>
          <p:cNvPr id="11" name="Text Placeholder 9"/>
          <p:cNvSpPr>
            <a:spLocks noGrp="1"/>
          </p:cNvSpPr>
          <p:nvPr>
            <p:ph type="body" sz="quarter" idx="13" hasCustomPrompt="1"/>
          </p:nvPr>
        </p:nvSpPr>
        <p:spPr bwMode="gray">
          <a:xfrm>
            <a:off x="256906" y="5793137"/>
            <a:ext cx="2242645" cy="193899"/>
          </a:xfrm>
        </p:spPr>
        <p:txBody>
          <a:bodyPr wrap="square">
            <a:spAutoFit/>
          </a:bodyPr>
          <a:lstStyle>
            <a:lvl1pPr marL="0" indent="0" algn="l">
              <a:buFontTx/>
              <a:buNone/>
              <a:defRPr sz="1400">
                <a:solidFill>
                  <a:schemeClr val="bg1"/>
                </a:solidFill>
                <a:effectLst/>
                <a:latin typeface="+mn-lt"/>
              </a:defRPr>
            </a:lvl1pPr>
            <a:lvl2pPr marL="455613" indent="0">
              <a:buFontTx/>
              <a:buNone/>
              <a:defRPr sz="1500">
                <a:solidFill>
                  <a:schemeClr val="bg1"/>
                </a:solidFill>
                <a:latin typeface="Arial Narrow" pitchFamily="34" charset="0"/>
              </a:defRPr>
            </a:lvl2pPr>
            <a:lvl3pPr marL="914400" indent="0">
              <a:buFontTx/>
              <a:buNone/>
              <a:defRPr sz="1500">
                <a:solidFill>
                  <a:schemeClr val="bg1"/>
                </a:solidFill>
                <a:latin typeface="Arial Narrow" pitchFamily="34" charset="0"/>
              </a:defRPr>
            </a:lvl3pPr>
            <a:lvl4pPr marL="1371600" indent="0">
              <a:buFontTx/>
              <a:buNone/>
              <a:defRPr sz="1500">
                <a:solidFill>
                  <a:schemeClr val="bg1"/>
                </a:solidFill>
                <a:latin typeface="Arial Narrow" pitchFamily="34" charset="0"/>
              </a:defRPr>
            </a:lvl4pPr>
            <a:lvl5pPr marL="1828800" indent="0">
              <a:buFontTx/>
              <a:buNone/>
              <a:defRPr sz="1500">
                <a:solidFill>
                  <a:schemeClr val="bg1"/>
                </a:solidFill>
                <a:latin typeface="Arial Narrow" pitchFamily="34" charset="0"/>
              </a:defRPr>
            </a:lvl5pPr>
          </a:lstStyle>
          <a:p>
            <a:pPr lvl="0"/>
            <a:r>
              <a:rPr lang="en-US" dirty="0"/>
              <a:t>Click to Add Date</a:t>
            </a:r>
          </a:p>
        </p:txBody>
      </p:sp>
    </p:spTree>
    <p:extLst>
      <p:ext uri="{BB962C8B-B14F-4D97-AF65-F5344CB8AC3E}">
        <p14:creationId xmlns:p14="http://schemas.microsoft.com/office/powerpoint/2010/main" val="28928431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losing Slide">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6156" y="2493034"/>
            <a:ext cx="4819688" cy="1871932"/>
          </a:xfrm>
          <a:prstGeom prst="rect">
            <a:avLst/>
          </a:prstGeom>
        </p:spPr>
      </p:pic>
    </p:spTree>
    <p:extLst>
      <p:ext uri="{BB962C8B-B14F-4D97-AF65-F5344CB8AC3E}">
        <p14:creationId xmlns:p14="http://schemas.microsoft.com/office/powerpoint/2010/main" val="23472553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Accent Color Slide Options">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858994" y="1505405"/>
            <a:ext cx="10474021" cy="3847207"/>
          </a:xfrm>
          <a:prstGeom prst="rect">
            <a:avLst/>
          </a:prstGeom>
          <a:noFill/>
        </p:spPr>
        <p:txBody>
          <a:bodyPr wrap="none" lIns="0" tIns="0" rIns="0" bIns="0" rtlCol="0" anchor="ctr">
            <a:spAutoFit/>
          </a:bodyPr>
          <a:lstStyle/>
          <a:p>
            <a:pPr algn="ctr"/>
            <a:r>
              <a:rPr lang="en-US" sz="12500" dirty="0">
                <a:solidFill>
                  <a:schemeClr val="bg1"/>
                </a:solidFill>
              </a:rPr>
              <a:t>Accent Color</a:t>
            </a:r>
            <a:br>
              <a:rPr lang="en-US" sz="12500" dirty="0">
                <a:solidFill>
                  <a:schemeClr val="bg1"/>
                </a:solidFill>
              </a:rPr>
            </a:br>
            <a:r>
              <a:rPr lang="en-US" sz="12500" dirty="0">
                <a:solidFill>
                  <a:schemeClr val="bg1"/>
                </a:solidFill>
              </a:rPr>
              <a:t>Slide Options</a:t>
            </a:r>
          </a:p>
        </p:txBody>
      </p:sp>
    </p:spTree>
    <p:extLst>
      <p:ext uri="{BB962C8B-B14F-4D97-AF65-F5344CB8AC3E}">
        <p14:creationId xmlns:p14="http://schemas.microsoft.com/office/powerpoint/2010/main" val="340328548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Blue Block &amp; Content">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65023"/>
          <a:stretch/>
        </p:blipFill>
        <p:spPr>
          <a:xfrm>
            <a:off x="0" y="-1"/>
            <a:ext cx="4262664" cy="6858000"/>
          </a:xfrm>
          <a:prstGeom prst="rect">
            <a:avLst/>
          </a:prstGeom>
        </p:spPr>
      </p:pic>
      <p:sp>
        <p:nvSpPr>
          <p:cNvPr id="10" name="Content Placeholder 3"/>
          <p:cNvSpPr>
            <a:spLocks noGrp="1"/>
          </p:cNvSpPr>
          <p:nvPr>
            <p:ph sz="half" idx="2" hasCustomPrompt="1"/>
          </p:nvPr>
        </p:nvSpPr>
        <p:spPr>
          <a:xfrm>
            <a:off x="4690872" y="777240"/>
            <a:ext cx="7082577" cy="5477256"/>
          </a:xfrm>
        </p:spPr>
        <p:txBody>
          <a:bodyPr anchor="ctr">
            <a:normAutofit/>
          </a:bodyPr>
          <a:lstStyle>
            <a:lvl1pPr>
              <a:buClr>
                <a:schemeClr val="tx1"/>
              </a:buClr>
              <a:defRPr sz="2200">
                <a:solidFill>
                  <a:schemeClr val="tx1"/>
                </a:solidFill>
              </a:defRPr>
            </a:lvl1pPr>
            <a:lvl2pPr>
              <a:buClr>
                <a:schemeClr val="tx1">
                  <a:lumMod val="75000"/>
                </a:schemeClr>
              </a:buClr>
              <a:defRPr sz="2000">
                <a:solidFill>
                  <a:schemeClr val="tx1"/>
                </a:solidFill>
              </a:defRPr>
            </a:lvl2pPr>
            <a:lvl3pPr>
              <a:buClr>
                <a:schemeClr val="tx1">
                  <a:lumMod val="75000"/>
                </a:schemeClr>
              </a:buClr>
              <a:defRPr sz="1800">
                <a:solidFill>
                  <a:schemeClr val="tx1"/>
                </a:solidFill>
              </a:defRPr>
            </a:lvl3pPr>
            <a:lvl4pPr>
              <a:buClr>
                <a:schemeClr val="tx1">
                  <a:lumMod val="75000"/>
                </a:schemeClr>
              </a:buClr>
              <a:defRPr sz="1600" baseline="0">
                <a:solidFill>
                  <a:schemeClr val="tx1"/>
                </a:solidFill>
              </a:defRPr>
            </a:lvl4pPr>
            <a:lvl5pPr>
              <a:buClr>
                <a:schemeClr val="tx1">
                  <a:lumMod val="75000"/>
                </a:schemeClr>
              </a:buClr>
              <a:defRPr sz="1400">
                <a:solidFill>
                  <a:schemeClr val="tx1"/>
                </a:solidFill>
              </a:defRPr>
            </a:lvl5pPr>
            <a:lvl6pPr>
              <a:defRPr sz="1800"/>
            </a:lvl6pPr>
            <a:lvl7pPr>
              <a:defRPr sz="1800"/>
            </a:lvl7pPr>
            <a:lvl8pPr>
              <a:defRPr sz="1800"/>
            </a:lvl8pPr>
            <a:lvl9pPr>
              <a:defRPr sz="18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7"/>
          <p:cNvSpPr>
            <a:spLocks noGrp="1"/>
          </p:cNvSpPr>
          <p:nvPr>
            <p:ph type="title" hasCustomPrompt="1"/>
          </p:nvPr>
        </p:nvSpPr>
        <p:spPr bwMode="gray">
          <a:xfrm>
            <a:off x="429768" y="2984468"/>
            <a:ext cx="3273552" cy="886397"/>
          </a:xfrm>
        </p:spPr>
        <p:txBody>
          <a:bodyPr anchor="ctr">
            <a:spAutoFit/>
          </a:bodyPr>
          <a:lstStyle>
            <a:lvl1pPr>
              <a:lnSpc>
                <a:spcPct val="80000"/>
              </a:lnSpc>
              <a:defRPr sz="3600" cap="all" baseline="0">
                <a:solidFill>
                  <a:schemeClr val="bg1"/>
                </a:solidFill>
              </a:defRPr>
            </a:lvl1pPr>
          </a:lstStyle>
          <a:p>
            <a:r>
              <a:rPr lang="en-US" dirty="0"/>
              <a:t>Click to add title</a:t>
            </a:r>
          </a:p>
        </p:txBody>
      </p:sp>
      <p:sp>
        <p:nvSpPr>
          <p:cNvPr id="7" name="Rectangle 6"/>
          <p:cNvSpPr txBox="1">
            <a:spLocks noChangeArrowheads="1"/>
          </p:cNvSpPr>
          <p:nvPr/>
        </p:nvSpPr>
        <p:spPr bwMode="auto">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tx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tx1"/>
              </a:solidFill>
              <a:effectLst/>
              <a:uLnTx/>
              <a:uFillTx/>
              <a:latin typeface="+mn-lt"/>
              <a:ea typeface="MS PGothic" pitchFamily="34" charset="-128"/>
              <a:cs typeface="+mn-cs"/>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60" y="312672"/>
            <a:ext cx="856680" cy="332728"/>
          </a:xfrm>
          <a:prstGeom prst="rect">
            <a:avLst/>
          </a:prstGeom>
        </p:spPr>
      </p:pic>
    </p:spTree>
    <p:extLst>
      <p:ext uri="{BB962C8B-B14F-4D97-AF65-F5344CB8AC3E}">
        <p14:creationId xmlns:p14="http://schemas.microsoft.com/office/powerpoint/2010/main" val="1962315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Blue Divider">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1"/>
            <a:ext cx="12187065" cy="6858000"/>
          </a:xfrm>
          <a:prstGeom prst="rect">
            <a:avLst/>
          </a:prstGeom>
        </p:spPr>
      </p:pic>
      <p:sp>
        <p:nvSpPr>
          <p:cNvPr id="22" name="Title 21"/>
          <p:cNvSpPr>
            <a:spLocks noGrp="1"/>
          </p:cNvSpPr>
          <p:nvPr>
            <p:ph type="title" hasCustomPrompt="1"/>
          </p:nvPr>
        </p:nvSpPr>
        <p:spPr bwMode="gray">
          <a:xfrm>
            <a:off x="384048" y="3133535"/>
            <a:ext cx="10186416" cy="590931"/>
          </a:xfrm>
        </p:spPr>
        <p:txBody>
          <a:bodyPr>
            <a:spAutoFit/>
          </a:bodyPr>
          <a:lstStyle>
            <a:lvl1pPr algn="l">
              <a:lnSpc>
                <a:spcPct val="80000"/>
              </a:lnSpc>
              <a:defRPr sz="4800" baseline="0">
                <a:solidFill>
                  <a:schemeClr val="bg1"/>
                </a:solidFill>
                <a:latin typeface="+mn-lt"/>
              </a:defRPr>
            </a:lvl1pPr>
          </a:lstStyle>
          <a:p>
            <a:r>
              <a:rPr lang="en-US" dirty="0"/>
              <a:t>Click to add divider title</a:t>
            </a:r>
          </a:p>
        </p:txBody>
      </p:sp>
      <p:sp>
        <p:nvSpPr>
          <p:cNvPr id="6"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369241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Blue Number Divider">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1"/>
            <a:ext cx="12187065" cy="6858000"/>
          </a:xfrm>
          <a:prstGeom prst="rect">
            <a:avLst/>
          </a:prstGeom>
        </p:spPr>
      </p:pic>
      <p:sp>
        <p:nvSpPr>
          <p:cNvPr id="8"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sp>
        <p:nvSpPr>
          <p:cNvPr id="3" name="Rectangle 2"/>
          <p:cNvSpPr/>
          <p:nvPr/>
        </p:nvSpPr>
        <p:spPr bwMode="gray">
          <a:xfrm>
            <a:off x="1482571" y="2780115"/>
            <a:ext cx="10709429" cy="1308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Oval 5"/>
          <p:cNvSpPr/>
          <p:nvPr/>
        </p:nvSpPr>
        <p:spPr bwMode="gray">
          <a:xfrm>
            <a:off x="437477" y="2590309"/>
            <a:ext cx="1691925" cy="1687739"/>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00" b="0" dirty="0">
              <a:solidFill>
                <a:schemeClr val="bg1"/>
              </a:solidFill>
              <a:latin typeface="+mn-lt"/>
              <a:ea typeface="Arial" charset="0"/>
              <a:cs typeface="Arial" charset="0"/>
            </a:endParaRPr>
          </a:p>
        </p:txBody>
      </p:sp>
      <p:sp>
        <p:nvSpPr>
          <p:cNvPr id="5" name="Text Placeholder 4"/>
          <p:cNvSpPr>
            <a:spLocks noGrp="1"/>
          </p:cNvSpPr>
          <p:nvPr>
            <p:ph type="body" sz="quarter" idx="10" hasCustomPrompt="1"/>
          </p:nvPr>
        </p:nvSpPr>
        <p:spPr bwMode="gray">
          <a:xfrm>
            <a:off x="815750" y="3122194"/>
            <a:ext cx="916668" cy="914400"/>
          </a:xfrm>
        </p:spPr>
        <p:txBody>
          <a:bodyPr anchor="ctr"/>
          <a:lstStyle>
            <a:lvl1pPr marL="0" indent="0" algn="ctr">
              <a:buNone/>
              <a:defRPr sz="9600" b="0">
                <a:solidFill>
                  <a:schemeClr val="bg1"/>
                </a:solidFill>
                <a:latin typeface="+mn-lt"/>
              </a:defRPr>
            </a:lvl1pPr>
            <a:lvl5pPr marL="1828800" indent="0">
              <a:buNone/>
              <a:defRPr/>
            </a:lvl5pPr>
          </a:lstStyle>
          <a:p>
            <a:pPr lvl="0"/>
            <a:r>
              <a:rPr lang="en-US" dirty="0"/>
              <a:t>#</a:t>
            </a:r>
          </a:p>
        </p:txBody>
      </p:sp>
      <p:sp>
        <p:nvSpPr>
          <p:cNvPr id="9" name="Title 1"/>
          <p:cNvSpPr>
            <a:spLocks noGrp="1"/>
          </p:cNvSpPr>
          <p:nvPr>
            <p:ph type="ctrTitle" hasCustomPrompt="1"/>
          </p:nvPr>
        </p:nvSpPr>
        <p:spPr>
          <a:xfrm>
            <a:off x="2517817" y="3233278"/>
            <a:ext cx="9319456" cy="517065"/>
          </a:xfrm>
        </p:spPr>
        <p:txBody>
          <a:bodyPr wrap="square" anchor="ctr" anchorCtr="0">
            <a:spAutoFit/>
          </a:bodyPr>
          <a:lstStyle>
            <a:lvl1pPr>
              <a:lnSpc>
                <a:spcPct val="80000"/>
              </a:lnSpc>
              <a:defRPr sz="4200" b="0" i="0" cap="all" baseline="0">
                <a:solidFill>
                  <a:schemeClr val="tx1"/>
                </a:solidFill>
                <a:effectLst/>
                <a:latin typeface="+mn-lt"/>
                <a:ea typeface="DIN Pro Black" charset="0"/>
                <a:cs typeface="DIN Pro Black" charset="0"/>
              </a:defRPr>
            </a:lvl1pPr>
          </a:lstStyle>
          <a:p>
            <a:r>
              <a:rPr lang="en-US" dirty="0"/>
              <a:t>Click to add divider Title</a:t>
            </a: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2302472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Light Blue Block &amp; Content">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65023"/>
          <a:stretch/>
        </p:blipFill>
        <p:spPr>
          <a:xfrm>
            <a:off x="0" y="-1"/>
            <a:ext cx="4262664" cy="6858000"/>
          </a:xfrm>
          <a:prstGeom prst="rect">
            <a:avLst/>
          </a:prstGeom>
        </p:spPr>
      </p:pic>
      <p:sp>
        <p:nvSpPr>
          <p:cNvPr id="10" name="Content Placeholder 3"/>
          <p:cNvSpPr>
            <a:spLocks noGrp="1"/>
          </p:cNvSpPr>
          <p:nvPr>
            <p:ph sz="half" idx="2" hasCustomPrompt="1"/>
          </p:nvPr>
        </p:nvSpPr>
        <p:spPr>
          <a:xfrm>
            <a:off x="4690872" y="777240"/>
            <a:ext cx="7082577" cy="5477256"/>
          </a:xfrm>
        </p:spPr>
        <p:txBody>
          <a:bodyPr anchor="ctr">
            <a:normAutofit/>
          </a:bodyPr>
          <a:lstStyle>
            <a:lvl1pPr>
              <a:buClr>
                <a:schemeClr val="tx1"/>
              </a:buClr>
              <a:defRPr sz="2200">
                <a:solidFill>
                  <a:schemeClr val="tx1"/>
                </a:solidFill>
              </a:defRPr>
            </a:lvl1pPr>
            <a:lvl2pPr>
              <a:buClr>
                <a:schemeClr val="tx1">
                  <a:lumMod val="75000"/>
                </a:schemeClr>
              </a:buClr>
              <a:defRPr sz="2000">
                <a:solidFill>
                  <a:schemeClr val="tx1"/>
                </a:solidFill>
              </a:defRPr>
            </a:lvl2pPr>
            <a:lvl3pPr>
              <a:buClr>
                <a:schemeClr val="tx1">
                  <a:lumMod val="75000"/>
                </a:schemeClr>
              </a:buClr>
              <a:defRPr sz="1800">
                <a:solidFill>
                  <a:schemeClr val="tx1"/>
                </a:solidFill>
              </a:defRPr>
            </a:lvl3pPr>
            <a:lvl4pPr>
              <a:buClr>
                <a:schemeClr val="tx1">
                  <a:lumMod val="75000"/>
                </a:schemeClr>
              </a:buClr>
              <a:defRPr sz="1600" baseline="0">
                <a:solidFill>
                  <a:schemeClr val="tx1"/>
                </a:solidFill>
              </a:defRPr>
            </a:lvl4pPr>
            <a:lvl5pPr>
              <a:buClr>
                <a:schemeClr val="tx1">
                  <a:lumMod val="75000"/>
                </a:schemeClr>
              </a:buClr>
              <a:defRPr sz="1400">
                <a:solidFill>
                  <a:schemeClr val="tx1"/>
                </a:solidFill>
              </a:defRPr>
            </a:lvl5pPr>
            <a:lvl6pPr>
              <a:defRPr sz="1800"/>
            </a:lvl6pPr>
            <a:lvl7pPr>
              <a:defRPr sz="1800"/>
            </a:lvl7pPr>
            <a:lvl8pPr>
              <a:defRPr sz="1800"/>
            </a:lvl8pPr>
            <a:lvl9pPr>
              <a:defRPr sz="18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7"/>
          <p:cNvSpPr>
            <a:spLocks noGrp="1"/>
          </p:cNvSpPr>
          <p:nvPr>
            <p:ph type="title" hasCustomPrompt="1"/>
          </p:nvPr>
        </p:nvSpPr>
        <p:spPr bwMode="gray">
          <a:xfrm>
            <a:off x="429768" y="2984468"/>
            <a:ext cx="3273552" cy="886397"/>
          </a:xfrm>
        </p:spPr>
        <p:txBody>
          <a:bodyPr anchor="ctr">
            <a:spAutoFit/>
          </a:bodyPr>
          <a:lstStyle>
            <a:lvl1pPr>
              <a:lnSpc>
                <a:spcPct val="80000"/>
              </a:lnSpc>
              <a:defRPr sz="3600" cap="all" baseline="0">
                <a:solidFill>
                  <a:schemeClr val="bg1"/>
                </a:solidFill>
              </a:defRPr>
            </a:lvl1pPr>
          </a:lstStyle>
          <a:p>
            <a:r>
              <a:rPr lang="en-US" dirty="0"/>
              <a:t>Click to add title</a:t>
            </a:r>
          </a:p>
        </p:txBody>
      </p:sp>
      <p:sp>
        <p:nvSpPr>
          <p:cNvPr id="7" name="Rectangle 6"/>
          <p:cNvSpPr txBox="1">
            <a:spLocks noChangeArrowheads="1"/>
          </p:cNvSpPr>
          <p:nvPr/>
        </p:nvSpPr>
        <p:spPr bwMode="auto">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tx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tx1"/>
              </a:solidFill>
              <a:effectLst/>
              <a:uLnTx/>
              <a:uFillTx/>
              <a:latin typeface="+mn-lt"/>
              <a:ea typeface="MS PGothic" pitchFamily="34" charset="-128"/>
              <a:cs typeface="+mn-cs"/>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60" y="312672"/>
            <a:ext cx="856680" cy="332728"/>
          </a:xfrm>
          <a:prstGeom prst="rect">
            <a:avLst/>
          </a:prstGeom>
        </p:spPr>
      </p:pic>
    </p:spTree>
    <p:extLst>
      <p:ext uri="{BB962C8B-B14F-4D97-AF65-F5344CB8AC3E}">
        <p14:creationId xmlns:p14="http://schemas.microsoft.com/office/powerpoint/2010/main" val="392453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Light Blue Divider">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1"/>
            <a:ext cx="12187065" cy="6858000"/>
          </a:xfrm>
          <a:prstGeom prst="rect">
            <a:avLst/>
          </a:prstGeom>
        </p:spPr>
      </p:pic>
      <p:sp>
        <p:nvSpPr>
          <p:cNvPr id="22" name="Title 21"/>
          <p:cNvSpPr>
            <a:spLocks noGrp="1"/>
          </p:cNvSpPr>
          <p:nvPr>
            <p:ph type="title" hasCustomPrompt="1"/>
          </p:nvPr>
        </p:nvSpPr>
        <p:spPr bwMode="gray">
          <a:xfrm>
            <a:off x="384048" y="3133535"/>
            <a:ext cx="10186416" cy="590931"/>
          </a:xfrm>
          <a:noFill/>
        </p:spPr>
        <p:txBody>
          <a:bodyPr>
            <a:spAutoFit/>
          </a:bodyPr>
          <a:lstStyle>
            <a:lvl1pPr algn="l">
              <a:lnSpc>
                <a:spcPct val="80000"/>
              </a:lnSpc>
              <a:defRPr sz="4800">
                <a:solidFill>
                  <a:schemeClr val="bg1"/>
                </a:solidFill>
                <a:latin typeface="+mn-lt"/>
              </a:defRPr>
            </a:lvl1pPr>
          </a:lstStyle>
          <a:p>
            <a:r>
              <a:rPr lang="en-US" dirty="0"/>
              <a:t>Click to add divider title</a:t>
            </a:r>
          </a:p>
        </p:txBody>
      </p:sp>
      <p:sp>
        <p:nvSpPr>
          <p:cNvPr id="6"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1414023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ight Blue Number Divider">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1"/>
            <a:ext cx="12187065" cy="6858000"/>
          </a:xfrm>
          <a:prstGeom prst="rect">
            <a:avLst/>
          </a:prstGeom>
        </p:spPr>
      </p:pic>
      <p:sp>
        <p:nvSpPr>
          <p:cNvPr id="8"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sp>
        <p:nvSpPr>
          <p:cNvPr id="3" name="Rectangle 2"/>
          <p:cNvSpPr/>
          <p:nvPr/>
        </p:nvSpPr>
        <p:spPr bwMode="gray">
          <a:xfrm>
            <a:off x="1482571" y="2780115"/>
            <a:ext cx="10709429" cy="1308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Oval 5"/>
          <p:cNvSpPr/>
          <p:nvPr/>
        </p:nvSpPr>
        <p:spPr bwMode="gray">
          <a:xfrm>
            <a:off x="437477" y="2590309"/>
            <a:ext cx="1691925" cy="1687739"/>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00" b="0" dirty="0">
              <a:solidFill>
                <a:schemeClr val="bg1"/>
              </a:solidFill>
              <a:latin typeface="+mn-lt"/>
              <a:ea typeface="Arial" charset="0"/>
              <a:cs typeface="Arial" charset="0"/>
            </a:endParaRPr>
          </a:p>
        </p:txBody>
      </p:sp>
      <p:sp>
        <p:nvSpPr>
          <p:cNvPr id="5" name="Text Placeholder 4"/>
          <p:cNvSpPr>
            <a:spLocks noGrp="1"/>
          </p:cNvSpPr>
          <p:nvPr>
            <p:ph type="body" sz="quarter" idx="10" hasCustomPrompt="1"/>
          </p:nvPr>
        </p:nvSpPr>
        <p:spPr bwMode="gray">
          <a:xfrm>
            <a:off x="815750" y="3122194"/>
            <a:ext cx="916668" cy="914400"/>
          </a:xfrm>
        </p:spPr>
        <p:txBody>
          <a:bodyPr anchor="ctr"/>
          <a:lstStyle>
            <a:lvl1pPr marL="0" indent="0" algn="ctr">
              <a:buNone/>
              <a:defRPr sz="9600" b="0">
                <a:solidFill>
                  <a:schemeClr val="bg1"/>
                </a:solidFill>
                <a:latin typeface="+mn-lt"/>
              </a:defRPr>
            </a:lvl1pPr>
            <a:lvl5pPr marL="1828800" indent="0">
              <a:buNone/>
              <a:defRPr/>
            </a:lvl5pPr>
          </a:lstStyle>
          <a:p>
            <a:pPr lvl="0"/>
            <a:r>
              <a:rPr lang="en-US" dirty="0"/>
              <a:t>#</a:t>
            </a:r>
          </a:p>
        </p:txBody>
      </p:sp>
      <p:sp>
        <p:nvSpPr>
          <p:cNvPr id="9" name="Title 1"/>
          <p:cNvSpPr>
            <a:spLocks noGrp="1"/>
          </p:cNvSpPr>
          <p:nvPr>
            <p:ph type="ctrTitle" hasCustomPrompt="1"/>
          </p:nvPr>
        </p:nvSpPr>
        <p:spPr>
          <a:xfrm>
            <a:off x="2517817" y="3233278"/>
            <a:ext cx="9319456" cy="517065"/>
          </a:xfrm>
        </p:spPr>
        <p:txBody>
          <a:bodyPr wrap="square" anchor="ctr" anchorCtr="0">
            <a:spAutoFit/>
          </a:bodyPr>
          <a:lstStyle>
            <a:lvl1pPr>
              <a:lnSpc>
                <a:spcPct val="80000"/>
              </a:lnSpc>
              <a:defRPr sz="4200" b="0" i="0" cap="all" baseline="0">
                <a:solidFill>
                  <a:schemeClr val="tx1"/>
                </a:solidFill>
                <a:effectLst/>
                <a:latin typeface="+mn-lt"/>
                <a:ea typeface="DIN Pro Black" charset="0"/>
                <a:cs typeface="DIN Pro Black" charset="0"/>
              </a:defRPr>
            </a:lvl1pPr>
          </a:lstStyle>
          <a:p>
            <a:r>
              <a:rPr lang="en-US" dirty="0"/>
              <a:t>Click to add divider Title</a:t>
            </a: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25900481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Orange Block &amp; Content">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65023"/>
          <a:stretch/>
        </p:blipFill>
        <p:spPr>
          <a:xfrm>
            <a:off x="0" y="-1"/>
            <a:ext cx="4262664" cy="6858000"/>
          </a:xfrm>
          <a:prstGeom prst="rect">
            <a:avLst/>
          </a:prstGeom>
        </p:spPr>
      </p:pic>
      <p:sp>
        <p:nvSpPr>
          <p:cNvPr id="10" name="Content Placeholder 3"/>
          <p:cNvSpPr>
            <a:spLocks noGrp="1"/>
          </p:cNvSpPr>
          <p:nvPr>
            <p:ph sz="half" idx="2" hasCustomPrompt="1"/>
          </p:nvPr>
        </p:nvSpPr>
        <p:spPr>
          <a:xfrm>
            <a:off x="4690872" y="777240"/>
            <a:ext cx="7082577" cy="5477256"/>
          </a:xfrm>
        </p:spPr>
        <p:txBody>
          <a:bodyPr anchor="ctr">
            <a:normAutofit/>
          </a:bodyPr>
          <a:lstStyle>
            <a:lvl1pPr>
              <a:buClr>
                <a:schemeClr val="tx1"/>
              </a:buClr>
              <a:defRPr sz="2200">
                <a:solidFill>
                  <a:schemeClr val="tx1"/>
                </a:solidFill>
              </a:defRPr>
            </a:lvl1pPr>
            <a:lvl2pPr>
              <a:buClr>
                <a:schemeClr val="tx1">
                  <a:lumMod val="75000"/>
                </a:schemeClr>
              </a:buClr>
              <a:defRPr sz="2000">
                <a:solidFill>
                  <a:schemeClr val="tx1"/>
                </a:solidFill>
              </a:defRPr>
            </a:lvl2pPr>
            <a:lvl3pPr>
              <a:buClr>
                <a:schemeClr val="tx1">
                  <a:lumMod val="75000"/>
                </a:schemeClr>
              </a:buClr>
              <a:defRPr sz="1800">
                <a:solidFill>
                  <a:schemeClr val="tx1"/>
                </a:solidFill>
              </a:defRPr>
            </a:lvl3pPr>
            <a:lvl4pPr>
              <a:buClr>
                <a:schemeClr val="tx1">
                  <a:lumMod val="75000"/>
                </a:schemeClr>
              </a:buClr>
              <a:defRPr sz="1600" baseline="0">
                <a:solidFill>
                  <a:schemeClr val="tx1"/>
                </a:solidFill>
              </a:defRPr>
            </a:lvl4pPr>
            <a:lvl5pPr>
              <a:buClr>
                <a:schemeClr val="tx1">
                  <a:lumMod val="75000"/>
                </a:schemeClr>
              </a:buClr>
              <a:defRPr sz="1400">
                <a:solidFill>
                  <a:schemeClr val="tx1"/>
                </a:solidFill>
              </a:defRPr>
            </a:lvl5pPr>
            <a:lvl6pPr>
              <a:defRPr sz="1800"/>
            </a:lvl6pPr>
            <a:lvl7pPr>
              <a:defRPr sz="1800"/>
            </a:lvl7pPr>
            <a:lvl8pPr>
              <a:defRPr sz="1800"/>
            </a:lvl8pPr>
            <a:lvl9pPr>
              <a:defRPr sz="18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7"/>
          <p:cNvSpPr>
            <a:spLocks noGrp="1"/>
          </p:cNvSpPr>
          <p:nvPr>
            <p:ph type="title" hasCustomPrompt="1"/>
          </p:nvPr>
        </p:nvSpPr>
        <p:spPr bwMode="gray">
          <a:xfrm>
            <a:off x="429768" y="2984468"/>
            <a:ext cx="3273552" cy="886397"/>
          </a:xfrm>
        </p:spPr>
        <p:txBody>
          <a:bodyPr anchor="ctr">
            <a:spAutoFit/>
          </a:bodyPr>
          <a:lstStyle>
            <a:lvl1pPr>
              <a:lnSpc>
                <a:spcPct val="80000"/>
              </a:lnSpc>
              <a:defRPr sz="3600" cap="all" baseline="0">
                <a:solidFill>
                  <a:schemeClr val="bg1"/>
                </a:solidFill>
              </a:defRPr>
            </a:lvl1pPr>
          </a:lstStyle>
          <a:p>
            <a:r>
              <a:rPr lang="en-US" dirty="0"/>
              <a:t>Click to add title</a:t>
            </a:r>
          </a:p>
        </p:txBody>
      </p:sp>
      <p:sp>
        <p:nvSpPr>
          <p:cNvPr id="7" name="Rectangle 6"/>
          <p:cNvSpPr txBox="1">
            <a:spLocks noChangeArrowheads="1"/>
          </p:cNvSpPr>
          <p:nvPr/>
        </p:nvSpPr>
        <p:spPr bwMode="auto">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tx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tx1"/>
              </a:solidFill>
              <a:effectLst/>
              <a:uLnTx/>
              <a:uFillTx/>
              <a:latin typeface="+mn-lt"/>
              <a:ea typeface="MS PGothic" pitchFamily="34" charset="-128"/>
              <a:cs typeface="+mn-cs"/>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60" y="312672"/>
            <a:ext cx="856680" cy="332728"/>
          </a:xfrm>
          <a:prstGeom prst="rect">
            <a:avLst/>
          </a:prstGeom>
        </p:spPr>
      </p:pic>
    </p:spTree>
    <p:extLst>
      <p:ext uri="{BB962C8B-B14F-4D97-AF65-F5344CB8AC3E}">
        <p14:creationId xmlns:p14="http://schemas.microsoft.com/office/powerpoint/2010/main" val="1700465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Orange Divider">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1"/>
            <a:ext cx="12187065" cy="6858000"/>
          </a:xfrm>
          <a:prstGeom prst="rect">
            <a:avLst/>
          </a:prstGeom>
        </p:spPr>
      </p:pic>
      <p:sp>
        <p:nvSpPr>
          <p:cNvPr id="22" name="Title 21"/>
          <p:cNvSpPr>
            <a:spLocks noGrp="1"/>
          </p:cNvSpPr>
          <p:nvPr>
            <p:ph type="title" hasCustomPrompt="1"/>
          </p:nvPr>
        </p:nvSpPr>
        <p:spPr bwMode="gray">
          <a:xfrm>
            <a:off x="384048" y="3133535"/>
            <a:ext cx="10186416" cy="590931"/>
          </a:xfrm>
        </p:spPr>
        <p:txBody>
          <a:bodyPr>
            <a:spAutoFit/>
          </a:bodyPr>
          <a:lstStyle>
            <a:lvl1pPr algn="l">
              <a:lnSpc>
                <a:spcPct val="80000"/>
              </a:lnSpc>
              <a:defRPr sz="4800" baseline="0">
                <a:solidFill>
                  <a:schemeClr val="bg1"/>
                </a:solidFill>
                <a:latin typeface="+mn-lt"/>
              </a:defRPr>
            </a:lvl1pPr>
          </a:lstStyle>
          <a:p>
            <a:r>
              <a:rPr lang="en-US" dirty="0"/>
              <a:t>Click to add divider title</a:t>
            </a:r>
          </a:p>
        </p:txBody>
      </p:sp>
      <p:sp>
        <p:nvSpPr>
          <p:cNvPr id="6"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1542126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Orange Number Divider">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1"/>
            <a:ext cx="12187065" cy="6858000"/>
          </a:xfrm>
          <a:prstGeom prst="rect">
            <a:avLst/>
          </a:prstGeom>
        </p:spPr>
      </p:pic>
      <p:sp>
        <p:nvSpPr>
          <p:cNvPr id="8"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sp>
        <p:nvSpPr>
          <p:cNvPr id="3" name="Rectangle 2"/>
          <p:cNvSpPr/>
          <p:nvPr/>
        </p:nvSpPr>
        <p:spPr bwMode="gray">
          <a:xfrm>
            <a:off x="1482571" y="2780115"/>
            <a:ext cx="10709429" cy="1308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Oval 5"/>
          <p:cNvSpPr/>
          <p:nvPr/>
        </p:nvSpPr>
        <p:spPr bwMode="gray">
          <a:xfrm>
            <a:off x="437477" y="2590309"/>
            <a:ext cx="1691925" cy="1687739"/>
          </a:xfrm>
          <a:prstGeom prst="ellipse">
            <a:avLst/>
          </a:prstGeom>
          <a:solidFill>
            <a:schemeClr val="accent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00" b="0" dirty="0">
              <a:solidFill>
                <a:schemeClr val="bg1"/>
              </a:solidFill>
              <a:latin typeface="+mn-lt"/>
              <a:ea typeface="Arial" charset="0"/>
              <a:cs typeface="Arial" charset="0"/>
            </a:endParaRPr>
          </a:p>
        </p:txBody>
      </p:sp>
      <p:sp>
        <p:nvSpPr>
          <p:cNvPr id="5" name="Text Placeholder 4"/>
          <p:cNvSpPr>
            <a:spLocks noGrp="1"/>
          </p:cNvSpPr>
          <p:nvPr>
            <p:ph type="body" sz="quarter" idx="10" hasCustomPrompt="1"/>
          </p:nvPr>
        </p:nvSpPr>
        <p:spPr bwMode="gray">
          <a:xfrm>
            <a:off x="815750" y="3122194"/>
            <a:ext cx="916668" cy="914400"/>
          </a:xfrm>
        </p:spPr>
        <p:txBody>
          <a:bodyPr anchor="ctr"/>
          <a:lstStyle>
            <a:lvl1pPr marL="0" indent="0" algn="ctr">
              <a:buNone/>
              <a:defRPr sz="9600" b="0">
                <a:solidFill>
                  <a:schemeClr val="bg1"/>
                </a:solidFill>
                <a:latin typeface="+mn-lt"/>
              </a:defRPr>
            </a:lvl1pPr>
            <a:lvl5pPr marL="1828800" indent="0">
              <a:buNone/>
              <a:defRPr/>
            </a:lvl5pPr>
          </a:lstStyle>
          <a:p>
            <a:pPr lvl="0"/>
            <a:r>
              <a:rPr lang="en-US" dirty="0"/>
              <a:t>#</a:t>
            </a:r>
          </a:p>
        </p:txBody>
      </p:sp>
      <p:sp>
        <p:nvSpPr>
          <p:cNvPr id="9" name="Title 1"/>
          <p:cNvSpPr>
            <a:spLocks noGrp="1"/>
          </p:cNvSpPr>
          <p:nvPr>
            <p:ph type="ctrTitle" hasCustomPrompt="1"/>
          </p:nvPr>
        </p:nvSpPr>
        <p:spPr>
          <a:xfrm>
            <a:off x="2517817" y="3233278"/>
            <a:ext cx="9319456" cy="517065"/>
          </a:xfrm>
        </p:spPr>
        <p:txBody>
          <a:bodyPr wrap="square" anchor="ctr" anchorCtr="0">
            <a:spAutoFit/>
          </a:bodyPr>
          <a:lstStyle>
            <a:lvl1pPr>
              <a:lnSpc>
                <a:spcPct val="80000"/>
              </a:lnSpc>
              <a:defRPr sz="4200" b="0" i="0" cap="all" baseline="0">
                <a:solidFill>
                  <a:schemeClr val="tx1"/>
                </a:solidFill>
                <a:effectLst/>
                <a:latin typeface="+mn-lt"/>
                <a:ea typeface="DIN Pro Black" charset="0"/>
                <a:cs typeface="DIN Pro Black" charset="0"/>
              </a:defRPr>
            </a:lvl1pPr>
          </a:lstStyle>
          <a:p>
            <a:r>
              <a:rPr lang="en-US" dirty="0"/>
              <a:t>Click to add divider Title</a:t>
            </a: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7280591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Gold Block &amp; Content">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65023"/>
          <a:stretch/>
        </p:blipFill>
        <p:spPr>
          <a:xfrm>
            <a:off x="0" y="-1"/>
            <a:ext cx="4262664" cy="6858000"/>
          </a:xfrm>
          <a:prstGeom prst="rect">
            <a:avLst/>
          </a:prstGeom>
        </p:spPr>
      </p:pic>
      <p:sp>
        <p:nvSpPr>
          <p:cNvPr id="10" name="Content Placeholder 3"/>
          <p:cNvSpPr>
            <a:spLocks noGrp="1"/>
          </p:cNvSpPr>
          <p:nvPr>
            <p:ph sz="half" idx="2" hasCustomPrompt="1"/>
          </p:nvPr>
        </p:nvSpPr>
        <p:spPr>
          <a:xfrm>
            <a:off x="4690872" y="777240"/>
            <a:ext cx="7082577" cy="5477256"/>
          </a:xfrm>
        </p:spPr>
        <p:txBody>
          <a:bodyPr anchor="ctr">
            <a:normAutofit/>
          </a:bodyPr>
          <a:lstStyle>
            <a:lvl1pPr>
              <a:buClr>
                <a:schemeClr val="tx1"/>
              </a:buClr>
              <a:defRPr sz="2200">
                <a:solidFill>
                  <a:schemeClr val="tx1"/>
                </a:solidFill>
              </a:defRPr>
            </a:lvl1pPr>
            <a:lvl2pPr>
              <a:buClr>
                <a:schemeClr val="tx1">
                  <a:lumMod val="75000"/>
                </a:schemeClr>
              </a:buClr>
              <a:defRPr sz="2000">
                <a:solidFill>
                  <a:schemeClr val="tx1"/>
                </a:solidFill>
              </a:defRPr>
            </a:lvl2pPr>
            <a:lvl3pPr>
              <a:buClr>
                <a:schemeClr val="tx1">
                  <a:lumMod val="75000"/>
                </a:schemeClr>
              </a:buClr>
              <a:defRPr sz="1800">
                <a:solidFill>
                  <a:schemeClr val="tx1"/>
                </a:solidFill>
              </a:defRPr>
            </a:lvl3pPr>
            <a:lvl4pPr>
              <a:buClr>
                <a:schemeClr val="tx1">
                  <a:lumMod val="75000"/>
                </a:schemeClr>
              </a:buClr>
              <a:defRPr sz="1600" baseline="0">
                <a:solidFill>
                  <a:schemeClr val="tx1"/>
                </a:solidFill>
              </a:defRPr>
            </a:lvl4pPr>
            <a:lvl5pPr>
              <a:buClr>
                <a:schemeClr val="tx1">
                  <a:lumMod val="75000"/>
                </a:schemeClr>
              </a:buClr>
              <a:defRPr sz="1400">
                <a:solidFill>
                  <a:schemeClr val="tx1"/>
                </a:solidFill>
              </a:defRPr>
            </a:lvl5pPr>
            <a:lvl6pPr>
              <a:defRPr sz="1800"/>
            </a:lvl6pPr>
            <a:lvl7pPr>
              <a:defRPr sz="1800"/>
            </a:lvl7pPr>
            <a:lvl8pPr>
              <a:defRPr sz="1800"/>
            </a:lvl8pPr>
            <a:lvl9pPr>
              <a:defRPr sz="18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7"/>
          <p:cNvSpPr>
            <a:spLocks noGrp="1"/>
          </p:cNvSpPr>
          <p:nvPr>
            <p:ph type="title" hasCustomPrompt="1"/>
          </p:nvPr>
        </p:nvSpPr>
        <p:spPr bwMode="gray">
          <a:xfrm>
            <a:off x="429768" y="2984468"/>
            <a:ext cx="3273552" cy="886397"/>
          </a:xfrm>
        </p:spPr>
        <p:txBody>
          <a:bodyPr anchor="ctr">
            <a:spAutoFit/>
          </a:bodyPr>
          <a:lstStyle>
            <a:lvl1pPr>
              <a:lnSpc>
                <a:spcPct val="80000"/>
              </a:lnSpc>
              <a:defRPr sz="3600" cap="all" baseline="0">
                <a:solidFill>
                  <a:schemeClr val="bg1"/>
                </a:solidFill>
              </a:defRPr>
            </a:lvl1pPr>
          </a:lstStyle>
          <a:p>
            <a:r>
              <a:rPr lang="en-US" dirty="0"/>
              <a:t>Click to add title</a:t>
            </a:r>
          </a:p>
        </p:txBody>
      </p:sp>
      <p:sp>
        <p:nvSpPr>
          <p:cNvPr id="7" name="Rectangle 6"/>
          <p:cNvSpPr txBox="1">
            <a:spLocks noChangeArrowheads="1"/>
          </p:cNvSpPr>
          <p:nvPr/>
        </p:nvSpPr>
        <p:spPr bwMode="auto">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tx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tx1"/>
              </a:solidFill>
              <a:effectLst/>
              <a:uLnTx/>
              <a:uFillTx/>
              <a:latin typeface="+mn-lt"/>
              <a:ea typeface="MS PGothic" pitchFamily="34" charset="-128"/>
              <a:cs typeface="+mn-cs"/>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60" y="312672"/>
            <a:ext cx="856680" cy="332728"/>
          </a:xfrm>
          <a:prstGeom prst="rect">
            <a:avLst/>
          </a:prstGeom>
        </p:spPr>
      </p:pic>
    </p:spTree>
    <p:extLst>
      <p:ext uri="{BB962C8B-B14F-4D97-AF65-F5344CB8AC3E}">
        <p14:creationId xmlns:p14="http://schemas.microsoft.com/office/powerpoint/2010/main" val="254418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Gold Accent Divider">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1"/>
            <a:ext cx="12187065" cy="6858000"/>
          </a:xfrm>
          <a:prstGeom prst="rect">
            <a:avLst/>
          </a:prstGeom>
        </p:spPr>
      </p:pic>
      <p:sp>
        <p:nvSpPr>
          <p:cNvPr id="22" name="Title 21"/>
          <p:cNvSpPr>
            <a:spLocks noGrp="1"/>
          </p:cNvSpPr>
          <p:nvPr>
            <p:ph type="title" hasCustomPrompt="1"/>
          </p:nvPr>
        </p:nvSpPr>
        <p:spPr bwMode="gray">
          <a:xfrm>
            <a:off x="384048" y="3133535"/>
            <a:ext cx="10186416" cy="590931"/>
          </a:xfrm>
        </p:spPr>
        <p:txBody>
          <a:bodyPr>
            <a:spAutoFit/>
          </a:bodyPr>
          <a:lstStyle>
            <a:lvl1pPr algn="l">
              <a:lnSpc>
                <a:spcPct val="80000"/>
              </a:lnSpc>
              <a:defRPr sz="4800">
                <a:solidFill>
                  <a:schemeClr val="bg1"/>
                </a:solidFill>
                <a:latin typeface="+mn-lt"/>
              </a:defRPr>
            </a:lvl1pPr>
          </a:lstStyle>
          <a:p>
            <a:r>
              <a:rPr lang="en-US" dirty="0"/>
              <a:t>Click to add divider title</a:t>
            </a:r>
          </a:p>
        </p:txBody>
      </p:sp>
      <p:sp>
        <p:nvSpPr>
          <p:cNvPr id="6"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30395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Gold Number Divider">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 y="-1"/>
            <a:ext cx="12187065" cy="6858000"/>
          </a:xfrm>
          <a:prstGeom prst="rect">
            <a:avLst/>
          </a:prstGeom>
        </p:spPr>
      </p:pic>
      <p:sp>
        <p:nvSpPr>
          <p:cNvPr id="8"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sp>
        <p:nvSpPr>
          <p:cNvPr id="3" name="Rectangle 2"/>
          <p:cNvSpPr/>
          <p:nvPr/>
        </p:nvSpPr>
        <p:spPr bwMode="gray">
          <a:xfrm>
            <a:off x="1482571" y="2780115"/>
            <a:ext cx="10709429" cy="1308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Oval 5"/>
          <p:cNvSpPr/>
          <p:nvPr/>
        </p:nvSpPr>
        <p:spPr bwMode="gray">
          <a:xfrm>
            <a:off x="437477" y="2590309"/>
            <a:ext cx="1691925" cy="1687739"/>
          </a:xfrm>
          <a:prstGeom prst="ellipse">
            <a:avLst/>
          </a:prstGeom>
          <a:solidFill>
            <a:schemeClr val="accent5"/>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00" b="0" dirty="0">
              <a:solidFill>
                <a:schemeClr val="bg1"/>
              </a:solidFill>
              <a:latin typeface="+mn-lt"/>
              <a:ea typeface="Arial" charset="0"/>
              <a:cs typeface="Arial" charset="0"/>
            </a:endParaRPr>
          </a:p>
        </p:txBody>
      </p:sp>
      <p:sp>
        <p:nvSpPr>
          <p:cNvPr id="5" name="Text Placeholder 4"/>
          <p:cNvSpPr>
            <a:spLocks noGrp="1"/>
          </p:cNvSpPr>
          <p:nvPr>
            <p:ph type="body" sz="quarter" idx="10" hasCustomPrompt="1"/>
          </p:nvPr>
        </p:nvSpPr>
        <p:spPr bwMode="gray">
          <a:xfrm>
            <a:off x="815750" y="3122194"/>
            <a:ext cx="916668" cy="914400"/>
          </a:xfrm>
        </p:spPr>
        <p:txBody>
          <a:bodyPr anchor="ctr"/>
          <a:lstStyle>
            <a:lvl1pPr marL="0" indent="0" algn="ctr">
              <a:buNone/>
              <a:defRPr sz="9600" b="0">
                <a:solidFill>
                  <a:schemeClr val="bg1"/>
                </a:solidFill>
                <a:latin typeface="+mn-lt"/>
              </a:defRPr>
            </a:lvl1pPr>
            <a:lvl5pPr marL="1828800" indent="0">
              <a:buNone/>
              <a:defRPr/>
            </a:lvl5pPr>
          </a:lstStyle>
          <a:p>
            <a:pPr lvl="0"/>
            <a:r>
              <a:rPr lang="en-US" dirty="0"/>
              <a:t>#</a:t>
            </a:r>
          </a:p>
        </p:txBody>
      </p:sp>
      <p:sp>
        <p:nvSpPr>
          <p:cNvPr id="9" name="Title 1"/>
          <p:cNvSpPr>
            <a:spLocks noGrp="1"/>
          </p:cNvSpPr>
          <p:nvPr>
            <p:ph type="ctrTitle" hasCustomPrompt="1"/>
          </p:nvPr>
        </p:nvSpPr>
        <p:spPr>
          <a:xfrm>
            <a:off x="2517817" y="3233278"/>
            <a:ext cx="9319456" cy="517065"/>
          </a:xfrm>
        </p:spPr>
        <p:txBody>
          <a:bodyPr wrap="square" anchor="ctr" anchorCtr="0">
            <a:spAutoFit/>
          </a:bodyPr>
          <a:lstStyle>
            <a:lvl1pPr>
              <a:lnSpc>
                <a:spcPct val="80000"/>
              </a:lnSpc>
              <a:defRPr sz="4200" b="0" i="0" cap="all" baseline="0">
                <a:solidFill>
                  <a:schemeClr val="tx1"/>
                </a:solidFill>
                <a:effectLst/>
                <a:latin typeface="+mn-lt"/>
                <a:ea typeface="DIN Pro Black" charset="0"/>
                <a:cs typeface="DIN Pro Black" charset="0"/>
              </a:defRPr>
            </a:lvl1pPr>
          </a:lstStyle>
          <a:p>
            <a:r>
              <a:rPr lang="en-US" dirty="0"/>
              <a:t>Click to add divider Title</a:t>
            </a: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39653605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Black Background">
    <p:bg bwMode="black">
      <p:bgPr>
        <a:solidFill>
          <a:srgbClr val="000000"/>
        </a:solidFill>
        <a:effectLst/>
      </p:bgPr>
    </p:bg>
    <p:spTree>
      <p:nvGrpSpPr>
        <p:cNvPr id="1" name=""/>
        <p:cNvGrpSpPr/>
        <p:nvPr/>
      </p:nvGrpSpPr>
      <p:grpSpPr>
        <a:xfrm>
          <a:off x="0" y="0"/>
          <a:ext cx="0" cy="0"/>
          <a:chOff x="0" y="0"/>
          <a:chExt cx="0" cy="0"/>
        </a:xfrm>
      </p:grpSpPr>
      <p:sp>
        <p:nvSpPr>
          <p:cNvPr id="10" name="Rectangle 6"/>
          <p:cNvSpPr txBox="1">
            <a:spLocks noChangeArrowheads="1"/>
          </p:cNvSpPr>
          <p:nvPr/>
        </p:nvSpPr>
        <p:spPr bwMode="gray">
          <a:xfrm>
            <a:off x="11320847"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67459" y="312673"/>
            <a:ext cx="860651" cy="334270"/>
          </a:xfrm>
          <a:prstGeom prst="rect">
            <a:avLst/>
          </a:prstGeom>
        </p:spPr>
      </p:pic>
    </p:spTree>
    <p:extLst>
      <p:ext uri="{BB962C8B-B14F-4D97-AF65-F5344CB8AC3E}">
        <p14:creationId xmlns:p14="http://schemas.microsoft.com/office/powerpoint/2010/main" val="22230893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Blank_DO NOT DELET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27969"/>
          <a:stretch/>
        </p:blipFill>
        <p:spPr>
          <a:xfrm flipH="1">
            <a:off x="4495751" y="4295377"/>
            <a:ext cx="7696248" cy="2562625"/>
          </a:xfrm>
          <a:prstGeom prst="rect">
            <a:avLst/>
          </a:prstGeom>
        </p:spPr>
      </p:pic>
      <p:sp>
        <p:nvSpPr>
          <p:cNvPr id="10" name="Rectangle 6"/>
          <p:cNvSpPr txBox="1">
            <a:spLocks noChangeArrowheads="1"/>
          </p:cNvSpPr>
          <p:nvPr userDrawn="1"/>
        </p:nvSpPr>
        <p:spPr bwMode="auto">
          <a:xfrm>
            <a:off x="11306145" y="6711449"/>
            <a:ext cx="592666" cy="10772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8D7874BA-B114-4D1F-A449-70AD1C45E88A}" type="slidenum">
              <a:rPr kumimoji="0" lang="en-US" b="0" i="0" u="none" strike="noStrike" kern="1200" cap="none" spc="0" normalizeH="0" baseline="0" noProof="0" smtClean="0">
                <a:ln>
                  <a:noFill/>
                </a:ln>
                <a:solidFill>
                  <a:schemeClr val="tx1"/>
                </a:solidFill>
                <a:effectLst/>
                <a:uLnTx/>
                <a:uFillTx/>
                <a:latin typeface="Arial" charset="0"/>
                <a:ea typeface="MS PGothic"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b="0" i="0" u="none" strike="noStrike" kern="1200" cap="none" spc="0" normalizeH="0" baseline="0" noProof="0" dirty="0">
              <a:ln>
                <a:noFill/>
              </a:ln>
              <a:solidFill>
                <a:schemeClr val="tx1"/>
              </a:solidFill>
              <a:effectLst/>
              <a:uLnTx/>
              <a:uFillTx/>
              <a:latin typeface="Arial" charset="0"/>
              <a:ea typeface="MS PGothic" pitchFamily="34" charset="-128"/>
              <a:cs typeface="+mn-cs"/>
            </a:endParaRPr>
          </a:p>
        </p:txBody>
      </p:sp>
      <p:sp>
        <p:nvSpPr>
          <p:cNvPr id="8" name="Title 7"/>
          <p:cNvSpPr>
            <a:spLocks noGrp="1"/>
          </p:cNvSpPr>
          <p:nvPr>
            <p:ph type="title"/>
          </p:nvPr>
        </p:nvSpPr>
        <p:spPr>
          <a:xfrm>
            <a:off x="288134" y="151422"/>
            <a:ext cx="10149408" cy="457200"/>
          </a:xfrm>
        </p:spPr>
        <p:txBody>
          <a:bodyPr vert="horz" lIns="0" tIns="0" rIns="0" bIns="0" rtlCol="0" anchor="ctr" anchorCtr="0">
            <a:noAutofit/>
          </a:bodyPr>
          <a:lstStyle>
            <a:lvl1pPr>
              <a:defRPr lang="en-US" dirty="0"/>
            </a:lvl1pPr>
          </a:lstStyle>
          <a:p>
            <a:pPr lvl="0"/>
            <a:r>
              <a:rPr lang="en-US"/>
              <a:t>Click to edit Master title style</a:t>
            </a:r>
            <a:endParaRPr lang="en-US" dirty="0"/>
          </a:p>
        </p:txBody>
      </p:sp>
      <p:sp>
        <p:nvSpPr>
          <p:cNvPr id="7" name="Subtitle 2"/>
          <p:cNvSpPr>
            <a:spLocks noGrp="1" noChangeAspect="1"/>
          </p:cNvSpPr>
          <p:nvPr>
            <p:ph type="subTitle" idx="15"/>
          </p:nvPr>
        </p:nvSpPr>
        <p:spPr>
          <a:xfrm>
            <a:off x="28813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
        <p:nvSpPr>
          <p:cNvPr id="9" name="Text Placeholder 8"/>
          <p:cNvSpPr>
            <a:spLocks noGrp="1"/>
          </p:cNvSpPr>
          <p:nvPr>
            <p:ph type="body" sz="quarter" idx="16"/>
          </p:nvPr>
        </p:nvSpPr>
        <p:spPr>
          <a:xfrm>
            <a:off x="288133" y="1380744"/>
            <a:ext cx="11594592" cy="5029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8527232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Divider">
    <p:spTree>
      <p:nvGrpSpPr>
        <p:cNvPr id="1" name=""/>
        <p:cNvGrpSpPr/>
        <p:nvPr/>
      </p:nvGrpSpPr>
      <p:grpSpPr>
        <a:xfrm>
          <a:off x="0" y="0"/>
          <a:ext cx="0" cy="0"/>
          <a:chOff x="0" y="0"/>
          <a:chExt cx="0" cy="0"/>
        </a:xfrm>
      </p:grpSpPr>
      <p:sp>
        <p:nvSpPr>
          <p:cNvPr id="13" name="Rectangle 12"/>
          <p:cNvSpPr/>
          <p:nvPr userDrawn="1"/>
        </p:nvSpPr>
        <p:spPr>
          <a:xfrm flipV="1">
            <a:off x="-3287" y="5682345"/>
            <a:ext cx="12195287" cy="1175657"/>
          </a:xfrm>
          <a:prstGeom prst="rect">
            <a:avLst/>
          </a:prstGeom>
          <a:gradFill rotWithShape="1">
            <a:gsLst>
              <a:gs pos="0">
                <a:srgbClr val="236192"/>
              </a:gs>
              <a:gs pos="100000">
                <a:srgbClr val="236192"/>
              </a:gs>
              <a:gs pos="50000">
                <a:srgbClr val="009CDE"/>
              </a:gs>
            </a:gsLst>
            <a:lin ang="0" scaled="0"/>
          </a:gradFill>
          <a:ln w="9525" cap="flat" cmpd="sng" algn="ctr">
            <a:noFill/>
            <a:prstDash val="solid"/>
          </a:ln>
          <a:effectLst>
            <a:outerShdw blurRad="50800" dist="12700" dir="16200000"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Arial"/>
              <a:ea typeface="+mn-ea"/>
              <a:cs typeface="+mn-cs"/>
            </a:endParaRPr>
          </a:p>
        </p:txBody>
      </p:sp>
      <p:sp>
        <p:nvSpPr>
          <p:cNvPr id="24" name="Rectangle 6"/>
          <p:cNvSpPr txBox="1">
            <a:spLocks noChangeArrowheads="1"/>
          </p:cNvSpPr>
          <p:nvPr userDrawn="1"/>
        </p:nvSpPr>
        <p:spPr bwMode="auto">
          <a:xfrm>
            <a:off x="11306145" y="6711449"/>
            <a:ext cx="592666" cy="10772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8D7874BA-B114-4D1F-A449-70AD1C45E88A}" type="slidenum">
              <a:rPr kumimoji="0" lang="en-US" b="0" i="0" u="none" strike="noStrike" kern="1200" cap="none" spc="0" normalizeH="0" baseline="0" noProof="0" smtClean="0">
                <a:ln>
                  <a:noFill/>
                </a:ln>
                <a:solidFill>
                  <a:schemeClr val="bg1"/>
                </a:solidFill>
                <a:effectLst/>
                <a:uLnTx/>
                <a:uFillTx/>
                <a:latin typeface="Arial" charset="0"/>
                <a:ea typeface="MS PGothic"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b="0" i="0" u="none" strike="noStrike" kern="1200" cap="none" spc="0" normalizeH="0" baseline="0" noProof="0" dirty="0">
              <a:ln>
                <a:noFill/>
              </a:ln>
              <a:solidFill>
                <a:schemeClr val="bg1"/>
              </a:solidFill>
              <a:effectLst/>
              <a:uLnTx/>
              <a:uFillTx/>
              <a:latin typeface="Arial" charset="0"/>
              <a:ea typeface="MS PGothic" pitchFamily="34" charset="-128"/>
              <a:cs typeface="+mn-cs"/>
            </a:endParaRPr>
          </a:p>
        </p:txBody>
      </p:sp>
      <p:sp>
        <p:nvSpPr>
          <p:cNvPr id="12" name="Subtitle 2"/>
          <p:cNvSpPr>
            <a:spLocks noGrp="1" noChangeAspect="1"/>
          </p:cNvSpPr>
          <p:nvPr>
            <p:ph type="subTitle" idx="15"/>
          </p:nvPr>
        </p:nvSpPr>
        <p:spPr>
          <a:xfrm>
            <a:off x="665780" y="3715728"/>
            <a:ext cx="11006839" cy="338328"/>
          </a:xfrm>
        </p:spPr>
        <p:txBody>
          <a:bodyPr/>
          <a:lstStyle>
            <a:lvl1pPr marL="0" indent="0" algn="r">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2" name="Title 21"/>
          <p:cNvSpPr>
            <a:spLocks noGrp="1"/>
          </p:cNvSpPr>
          <p:nvPr>
            <p:ph type="title"/>
          </p:nvPr>
        </p:nvSpPr>
        <p:spPr>
          <a:xfrm>
            <a:off x="676213" y="3159824"/>
            <a:ext cx="11006839" cy="457200"/>
          </a:xfrm>
        </p:spPr>
        <p:txBody>
          <a:bodyPr/>
          <a:lstStyle>
            <a:lvl1pPr algn="r">
              <a:defRPr sz="2800">
                <a:solidFill>
                  <a:schemeClr val="tx1"/>
                </a:solidFill>
              </a:defRPr>
            </a:lvl1pPr>
          </a:lstStyle>
          <a:p>
            <a:r>
              <a:rPr lang="en-US" dirty="0"/>
              <a:t>Click to edit Master title style</a:t>
            </a:r>
          </a:p>
        </p:txBody>
      </p:sp>
      <p:sp>
        <p:nvSpPr>
          <p:cNvPr id="8"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solidFill>
                  <a:schemeClr val="bg1"/>
                </a:solidFill>
              </a:defRPr>
            </a:lvl1pPr>
          </a:lstStyle>
          <a:p>
            <a:endParaRPr lang="en-US" dirty="0"/>
          </a:p>
        </p:txBody>
      </p:sp>
      <p:sp>
        <p:nvSpPr>
          <p:cNvPr id="9" name="Rectangle 8"/>
          <p:cNvSpPr/>
          <p:nvPr userDrawn="1"/>
        </p:nvSpPr>
        <p:spPr>
          <a:xfrm>
            <a:off x="-9754" y="0"/>
            <a:ext cx="12201753" cy="1360074"/>
          </a:xfrm>
          <a:prstGeom prst="rect">
            <a:avLst/>
          </a:prstGeom>
          <a:gradFill rotWithShape="1">
            <a:gsLst>
              <a:gs pos="0">
                <a:srgbClr val="236192"/>
              </a:gs>
              <a:gs pos="100000">
                <a:srgbClr val="236192"/>
              </a:gs>
              <a:gs pos="50000">
                <a:srgbClr val="009CDE"/>
              </a:gs>
            </a:gsLst>
            <a:lin ang="0" scaled="0"/>
          </a:gradFill>
          <a:ln w="9525" cap="flat" cmpd="sng" algn="ctr">
            <a:noFill/>
            <a:prstDash val="solid"/>
          </a:ln>
          <a:effectLst>
            <a:outerShdw blurRad="50800" dist="127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Arial"/>
              <a:ea typeface="+mn-ea"/>
              <a:cs typeface="+mn-cs"/>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09968" y="273193"/>
            <a:ext cx="960957" cy="243726"/>
          </a:xfrm>
          <a:prstGeom prst="rect">
            <a:avLst/>
          </a:prstGeom>
        </p:spPr>
      </p:pic>
    </p:spTree>
    <p:extLst>
      <p:ext uri="{BB962C8B-B14F-4D97-AF65-F5344CB8AC3E}">
        <p14:creationId xmlns:p14="http://schemas.microsoft.com/office/powerpoint/2010/main" val="204697833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609" y="1380744"/>
            <a:ext cx="11599650" cy="5029200"/>
          </a:xfrm>
        </p:spPr>
        <p:txBody>
          <a:bodyPr>
            <a:noAutofit/>
          </a:bodyPr>
          <a:lstStyle>
            <a:lvl1pPr marL="230188" indent="-230188">
              <a:spcBef>
                <a:spcPts val="1800"/>
              </a:spcBef>
              <a:buClr>
                <a:schemeClr val="bg2"/>
              </a:buClr>
              <a:defRPr sz="2000">
                <a:solidFill>
                  <a:schemeClr val="bg2"/>
                </a:solidFill>
              </a:defRPr>
            </a:lvl1pPr>
            <a:lvl2pPr marL="684213" indent="-228600">
              <a:spcBef>
                <a:spcPts val="0"/>
              </a:spcBef>
              <a:spcAft>
                <a:spcPts val="200"/>
              </a:spcAft>
              <a:defRPr sz="1800">
                <a:solidFill>
                  <a:srgbClr val="4C4D4F"/>
                </a:solidFill>
                <a:latin typeface="Arial Narrow" pitchFamily="34" charset="0"/>
              </a:defRPr>
            </a:lvl2pPr>
            <a:lvl3pPr marL="1143000" indent="-228600">
              <a:spcBef>
                <a:spcPts val="0"/>
              </a:spcBef>
              <a:spcAft>
                <a:spcPts val="200"/>
              </a:spcAft>
              <a:defRPr sz="1600">
                <a:solidFill>
                  <a:srgbClr val="4C4D4F"/>
                </a:solidFill>
                <a:latin typeface="Arial Narrow" pitchFamily="34" charset="0"/>
              </a:defRPr>
            </a:lvl3pPr>
            <a:lvl4pPr marL="1428750" indent="-228600">
              <a:defRPr sz="1400">
                <a:solidFill>
                  <a:srgbClr val="4C4D4F"/>
                </a:solidFill>
              </a:defRPr>
            </a:lvl4pPr>
            <a:lvl5pPr marL="1827213" indent="-228600">
              <a:defRPr sz="1400">
                <a:solidFill>
                  <a:srgbClr val="4C4D4F"/>
                </a:solidFill>
              </a:defRPr>
            </a:lvl5pPr>
          </a:lstStyle>
          <a:p>
            <a:pPr lvl="0"/>
            <a:r>
              <a:rPr lang="en-US" dirty="0"/>
              <a:t>Click to edit Master text styles</a:t>
            </a:r>
          </a:p>
          <a:p>
            <a:pPr lvl="1"/>
            <a:r>
              <a:rPr lang="en-US" dirty="0"/>
              <a:t>Second level</a:t>
            </a:r>
          </a:p>
          <a:p>
            <a:pPr lvl="2"/>
            <a:r>
              <a:rPr lang="en-US" dirty="0"/>
              <a:t>Third level</a:t>
            </a:r>
          </a:p>
        </p:txBody>
      </p:sp>
      <p:sp>
        <p:nvSpPr>
          <p:cNvPr id="8" name="Title 7"/>
          <p:cNvSpPr>
            <a:spLocks noGrp="1"/>
          </p:cNvSpPr>
          <p:nvPr>
            <p:ph type="title"/>
          </p:nvPr>
        </p:nvSpPr>
        <p:spPr/>
        <p:txBody>
          <a:bodyPr/>
          <a:lstStyle/>
          <a:p>
            <a:r>
              <a:rPr lang="en-US"/>
              <a:t>Click to edit Master title style</a:t>
            </a:r>
            <a:endParaRPr lang="en-US" dirty="0"/>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50935226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609" y="1380744"/>
            <a:ext cx="11599650" cy="5029200"/>
          </a:xfrm>
        </p:spPr>
        <p:txBody>
          <a:bodyPr>
            <a:noAutofit/>
          </a:bodyPr>
          <a:lstStyle>
            <a:lvl1pPr marL="230188" indent="-230188">
              <a:spcBef>
                <a:spcPts val="1800"/>
              </a:spcBef>
              <a:buClr>
                <a:schemeClr val="bg2"/>
              </a:buClr>
              <a:defRPr sz="2000">
                <a:solidFill>
                  <a:schemeClr val="bg2"/>
                </a:solidFill>
              </a:defRPr>
            </a:lvl1pPr>
            <a:lvl2pPr marL="684213" indent="-228600">
              <a:spcBef>
                <a:spcPts val="0"/>
              </a:spcBef>
              <a:spcAft>
                <a:spcPts val="200"/>
              </a:spcAft>
              <a:defRPr sz="1800">
                <a:solidFill>
                  <a:srgbClr val="4C4D4F"/>
                </a:solidFill>
                <a:latin typeface="Arial Narrow" pitchFamily="34" charset="0"/>
              </a:defRPr>
            </a:lvl2pPr>
            <a:lvl3pPr marL="1143000" indent="-228600">
              <a:spcBef>
                <a:spcPts val="0"/>
              </a:spcBef>
              <a:spcAft>
                <a:spcPts val="200"/>
              </a:spcAft>
              <a:defRPr sz="1600">
                <a:solidFill>
                  <a:srgbClr val="4C4D4F"/>
                </a:solidFill>
                <a:latin typeface="Arial Narrow" pitchFamily="34" charset="0"/>
              </a:defRPr>
            </a:lvl3pPr>
            <a:lvl4pPr marL="1428750" indent="-228600">
              <a:defRPr sz="1400">
                <a:solidFill>
                  <a:srgbClr val="4C4D4F"/>
                </a:solidFill>
              </a:defRPr>
            </a:lvl4pPr>
            <a:lvl5pPr marL="1827213" indent="-228600">
              <a:defRPr sz="1400">
                <a:solidFill>
                  <a:srgbClr val="4C4D4F"/>
                </a:solidFill>
              </a:defRPr>
            </a:lvl5pPr>
          </a:lstStyle>
          <a:p>
            <a:pPr lvl="0"/>
            <a:r>
              <a:rPr lang="en-US" dirty="0"/>
              <a:t>Click to edit Master text styles</a:t>
            </a:r>
          </a:p>
          <a:p>
            <a:pPr lvl="1"/>
            <a:r>
              <a:rPr lang="en-US" dirty="0"/>
              <a:t>Second level</a:t>
            </a:r>
          </a:p>
          <a:p>
            <a:pPr lvl="2"/>
            <a:r>
              <a:rPr lang="en-US" dirty="0"/>
              <a:t>Third level</a:t>
            </a:r>
          </a:p>
        </p:txBody>
      </p:sp>
      <p:sp>
        <p:nvSpPr>
          <p:cNvPr id="8" name="Title 7"/>
          <p:cNvSpPr>
            <a:spLocks noGrp="1"/>
          </p:cNvSpPr>
          <p:nvPr>
            <p:ph type="title"/>
          </p:nvPr>
        </p:nvSpPr>
        <p:spPr/>
        <p:txBody>
          <a:bodyPr/>
          <a:lstStyle/>
          <a:p>
            <a:r>
              <a:rPr lang="en-US"/>
              <a:t>Click to edit Master title style</a:t>
            </a:r>
            <a:endParaRPr lang="en-US" dirty="0"/>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32479019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609" y="1380744"/>
            <a:ext cx="11599650" cy="5029200"/>
          </a:xfrm>
        </p:spPr>
        <p:txBody>
          <a:bodyPr>
            <a:noAutofit/>
          </a:bodyPr>
          <a:lstStyle>
            <a:lvl1pPr marL="230188" indent="-230188">
              <a:spcBef>
                <a:spcPts val="1800"/>
              </a:spcBef>
              <a:buClr>
                <a:schemeClr val="bg2"/>
              </a:buClr>
              <a:defRPr sz="2000">
                <a:solidFill>
                  <a:schemeClr val="bg2"/>
                </a:solidFill>
              </a:defRPr>
            </a:lvl1pPr>
            <a:lvl2pPr marL="684213" indent="-228600">
              <a:spcBef>
                <a:spcPts val="0"/>
              </a:spcBef>
              <a:spcAft>
                <a:spcPts val="200"/>
              </a:spcAft>
              <a:defRPr sz="1800">
                <a:solidFill>
                  <a:srgbClr val="4C4D4F"/>
                </a:solidFill>
                <a:latin typeface="Arial Narrow" pitchFamily="34" charset="0"/>
              </a:defRPr>
            </a:lvl2pPr>
            <a:lvl3pPr marL="1143000" indent="-228600">
              <a:spcBef>
                <a:spcPts val="0"/>
              </a:spcBef>
              <a:spcAft>
                <a:spcPts val="200"/>
              </a:spcAft>
              <a:defRPr sz="1600">
                <a:solidFill>
                  <a:srgbClr val="4C4D4F"/>
                </a:solidFill>
                <a:latin typeface="Arial Narrow" pitchFamily="34" charset="0"/>
              </a:defRPr>
            </a:lvl3pPr>
            <a:lvl4pPr marL="1428750" indent="-228600">
              <a:defRPr sz="1400">
                <a:solidFill>
                  <a:srgbClr val="4C4D4F"/>
                </a:solidFill>
              </a:defRPr>
            </a:lvl4pPr>
            <a:lvl5pPr marL="1827213" indent="-228600">
              <a:defRPr sz="1400">
                <a:solidFill>
                  <a:srgbClr val="4C4D4F"/>
                </a:solidFill>
              </a:defRPr>
            </a:lvl5pPr>
          </a:lstStyle>
          <a:p>
            <a:pPr lvl="0"/>
            <a:r>
              <a:rPr lang="en-US" dirty="0"/>
              <a:t>Click to edit Master text styles</a:t>
            </a:r>
          </a:p>
          <a:p>
            <a:pPr lvl="1"/>
            <a:r>
              <a:rPr lang="en-US" dirty="0"/>
              <a:t>Second level</a:t>
            </a:r>
          </a:p>
          <a:p>
            <a:pPr lvl="2"/>
            <a:r>
              <a:rPr lang="en-US" dirty="0"/>
              <a:t>Third level</a:t>
            </a:r>
          </a:p>
        </p:txBody>
      </p:sp>
      <p:sp>
        <p:nvSpPr>
          <p:cNvPr id="8" name="Title 7"/>
          <p:cNvSpPr>
            <a:spLocks noGrp="1"/>
          </p:cNvSpPr>
          <p:nvPr>
            <p:ph type="title"/>
          </p:nvPr>
        </p:nvSpPr>
        <p:spPr/>
        <p:txBody>
          <a:bodyPr/>
          <a:lstStyle/>
          <a:p>
            <a:r>
              <a:rPr lang="en-US"/>
              <a:t>Click to edit Master title style</a:t>
            </a:r>
            <a:endParaRPr lang="en-US" dirty="0"/>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286066458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257154250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82720804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381926291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407514245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213624660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372565805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420810742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231048926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111096426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128316605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2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227472513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4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76095223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5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367796792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6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46006561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8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390581118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9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368597821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0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897"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321142" y="1380744"/>
            <a:ext cx="5568176" cy="50292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Title 10"/>
          <p:cNvSpPr>
            <a:spLocks noGrp="1"/>
          </p:cNvSpPr>
          <p:nvPr>
            <p:ph type="title"/>
          </p:nvPr>
        </p:nvSpPr>
        <p:spPr/>
        <p:txBody>
          <a:bodyPr/>
          <a:lstStyle/>
          <a:p>
            <a:r>
              <a:rPr lang="en-US"/>
              <a:t>Click to edit Master title style</a:t>
            </a:r>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326604236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609" y="1380744"/>
            <a:ext cx="11599650" cy="5029200"/>
          </a:xfrm>
        </p:spPr>
        <p:txBody>
          <a:bodyPr>
            <a:noAutofit/>
          </a:bodyPr>
          <a:lstStyle>
            <a:lvl1pPr marL="230188" indent="-230188">
              <a:spcBef>
                <a:spcPts val="1800"/>
              </a:spcBef>
              <a:buClr>
                <a:schemeClr val="bg2"/>
              </a:buClr>
              <a:defRPr sz="2000">
                <a:solidFill>
                  <a:schemeClr val="bg2"/>
                </a:solidFill>
              </a:defRPr>
            </a:lvl1pPr>
            <a:lvl2pPr marL="684213" indent="-228600">
              <a:spcBef>
                <a:spcPts val="0"/>
              </a:spcBef>
              <a:spcAft>
                <a:spcPts val="200"/>
              </a:spcAft>
              <a:defRPr sz="1800">
                <a:solidFill>
                  <a:srgbClr val="4C4D4F"/>
                </a:solidFill>
                <a:latin typeface="Arial Narrow" pitchFamily="34" charset="0"/>
              </a:defRPr>
            </a:lvl2pPr>
            <a:lvl3pPr marL="1143000" indent="-228600">
              <a:spcBef>
                <a:spcPts val="0"/>
              </a:spcBef>
              <a:spcAft>
                <a:spcPts val="200"/>
              </a:spcAft>
              <a:defRPr sz="1600">
                <a:solidFill>
                  <a:srgbClr val="4C4D4F"/>
                </a:solidFill>
                <a:latin typeface="Arial Narrow" pitchFamily="34" charset="0"/>
              </a:defRPr>
            </a:lvl3pPr>
            <a:lvl4pPr marL="1428750" indent="-228600">
              <a:defRPr sz="1400">
                <a:solidFill>
                  <a:srgbClr val="4C4D4F"/>
                </a:solidFill>
              </a:defRPr>
            </a:lvl4pPr>
            <a:lvl5pPr marL="1827213" indent="-228600">
              <a:defRPr sz="1400">
                <a:solidFill>
                  <a:srgbClr val="4C4D4F"/>
                </a:solidFill>
              </a:defRPr>
            </a:lvl5pPr>
          </a:lstStyle>
          <a:p>
            <a:pPr lvl="0"/>
            <a:r>
              <a:rPr lang="en-US" dirty="0"/>
              <a:t>Click to edit Master text styles</a:t>
            </a:r>
          </a:p>
          <a:p>
            <a:pPr lvl="1"/>
            <a:r>
              <a:rPr lang="en-US" dirty="0"/>
              <a:t>Second level</a:t>
            </a:r>
          </a:p>
          <a:p>
            <a:pPr lvl="2"/>
            <a:r>
              <a:rPr lang="en-US" dirty="0"/>
              <a:t>Third level</a:t>
            </a:r>
          </a:p>
        </p:txBody>
      </p:sp>
      <p:sp>
        <p:nvSpPr>
          <p:cNvPr id="8" name="Title 7"/>
          <p:cNvSpPr>
            <a:spLocks noGrp="1"/>
          </p:cNvSpPr>
          <p:nvPr>
            <p:ph type="title"/>
          </p:nvPr>
        </p:nvSpPr>
        <p:spPr/>
        <p:txBody>
          <a:bodyPr/>
          <a:lstStyle/>
          <a:p>
            <a:r>
              <a:rPr lang="en-US"/>
              <a:t>Click to edit Master title style</a:t>
            </a:r>
            <a:endParaRPr lang="en-US" dirty="0"/>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317079466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_Four Content">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12" name="Content Placeholder 11"/>
          <p:cNvSpPr>
            <a:spLocks noGrp="1"/>
          </p:cNvSpPr>
          <p:nvPr>
            <p:ph sz="quarter" idx="14"/>
          </p:nvPr>
        </p:nvSpPr>
        <p:spPr>
          <a:xfrm>
            <a:off x="292608" y="1380744"/>
            <a:ext cx="5429251" cy="2377440"/>
          </a:xfrm>
        </p:spPr>
        <p:txBody>
          <a:bodyPr/>
          <a:lstStyle/>
          <a:p>
            <a:pPr lvl="0"/>
            <a:r>
              <a:rPr lang="en-US"/>
              <a:t>Click to edit Master text styles</a:t>
            </a:r>
          </a:p>
          <a:p>
            <a:pPr lvl="1"/>
            <a:r>
              <a:rPr lang="en-US"/>
              <a:t>Second level</a:t>
            </a:r>
          </a:p>
          <a:p>
            <a:pPr lvl="2"/>
            <a:r>
              <a:rPr lang="en-US"/>
              <a:t>Third level</a:t>
            </a:r>
          </a:p>
        </p:txBody>
      </p:sp>
      <p:sp>
        <p:nvSpPr>
          <p:cNvPr id="14" name="Content Placeholder 11"/>
          <p:cNvSpPr>
            <a:spLocks noGrp="1"/>
          </p:cNvSpPr>
          <p:nvPr>
            <p:ph sz="quarter" idx="16"/>
          </p:nvPr>
        </p:nvSpPr>
        <p:spPr>
          <a:xfrm>
            <a:off x="6460067" y="1380744"/>
            <a:ext cx="5429251" cy="2377440"/>
          </a:xfrm>
        </p:spPr>
        <p:txBody>
          <a:bodyPr/>
          <a:lstStyle/>
          <a:p>
            <a:pPr lvl="0"/>
            <a:r>
              <a:rPr lang="en-US"/>
              <a:t>Click to edit Master text styles</a:t>
            </a:r>
          </a:p>
          <a:p>
            <a:pPr lvl="1"/>
            <a:r>
              <a:rPr lang="en-US"/>
              <a:t>Second level</a:t>
            </a:r>
          </a:p>
          <a:p>
            <a:pPr lvl="2"/>
            <a:r>
              <a:rPr lang="en-US"/>
              <a:t>Third level</a:t>
            </a:r>
          </a:p>
        </p:txBody>
      </p:sp>
      <p:sp>
        <p:nvSpPr>
          <p:cNvPr id="18" name="Content Placeholder 11"/>
          <p:cNvSpPr>
            <a:spLocks noGrp="1"/>
          </p:cNvSpPr>
          <p:nvPr>
            <p:ph sz="quarter" idx="19"/>
          </p:nvPr>
        </p:nvSpPr>
        <p:spPr>
          <a:xfrm>
            <a:off x="292608" y="4041648"/>
            <a:ext cx="5429251" cy="2377440"/>
          </a:xfrm>
        </p:spPr>
        <p:txBody>
          <a:bodyPr/>
          <a:lstStyle/>
          <a:p>
            <a:pPr lvl="0"/>
            <a:r>
              <a:rPr lang="en-US"/>
              <a:t>Click to edit Master text styles</a:t>
            </a:r>
          </a:p>
          <a:p>
            <a:pPr lvl="1"/>
            <a:r>
              <a:rPr lang="en-US"/>
              <a:t>Second level</a:t>
            </a:r>
          </a:p>
          <a:p>
            <a:pPr lvl="2"/>
            <a:r>
              <a:rPr lang="en-US"/>
              <a:t>Third level</a:t>
            </a:r>
          </a:p>
        </p:txBody>
      </p:sp>
      <p:sp>
        <p:nvSpPr>
          <p:cNvPr id="19" name="Content Placeholder 11"/>
          <p:cNvSpPr>
            <a:spLocks noGrp="1"/>
          </p:cNvSpPr>
          <p:nvPr>
            <p:ph sz="quarter" idx="20"/>
          </p:nvPr>
        </p:nvSpPr>
        <p:spPr>
          <a:xfrm>
            <a:off x="6460067" y="4041648"/>
            <a:ext cx="5429251" cy="2377440"/>
          </a:xfrm>
        </p:spPr>
        <p:txBody>
          <a:bodyPr/>
          <a:lstStyle/>
          <a:p>
            <a:pPr lvl="0"/>
            <a:r>
              <a:rPr lang="en-US"/>
              <a:t>Click to edit Master text styles</a:t>
            </a:r>
          </a:p>
          <a:p>
            <a:pPr lvl="1"/>
            <a:r>
              <a:rPr lang="en-US"/>
              <a:t>Second level</a:t>
            </a:r>
          </a:p>
          <a:p>
            <a:pPr lvl="2"/>
            <a:r>
              <a:rPr lang="en-US"/>
              <a:t>Third level</a:t>
            </a:r>
          </a:p>
        </p:txBody>
      </p:sp>
      <p:sp>
        <p:nvSpPr>
          <p:cNvPr id="11"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248631944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4_Four Content">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12" name="Content Placeholder 11"/>
          <p:cNvSpPr>
            <a:spLocks noGrp="1"/>
          </p:cNvSpPr>
          <p:nvPr>
            <p:ph sz="quarter" idx="14"/>
          </p:nvPr>
        </p:nvSpPr>
        <p:spPr>
          <a:xfrm>
            <a:off x="292608" y="1380744"/>
            <a:ext cx="5429251" cy="2377440"/>
          </a:xfrm>
        </p:spPr>
        <p:txBody>
          <a:bodyPr/>
          <a:lstStyle/>
          <a:p>
            <a:pPr lvl="0"/>
            <a:r>
              <a:rPr lang="en-US"/>
              <a:t>Click to edit Master text styles</a:t>
            </a:r>
          </a:p>
          <a:p>
            <a:pPr lvl="1"/>
            <a:r>
              <a:rPr lang="en-US"/>
              <a:t>Second level</a:t>
            </a:r>
          </a:p>
          <a:p>
            <a:pPr lvl="2"/>
            <a:r>
              <a:rPr lang="en-US"/>
              <a:t>Third level</a:t>
            </a:r>
          </a:p>
        </p:txBody>
      </p:sp>
      <p:sp>
        <p:nvSpPr>
          <p:cNvPr id="14" name="Content Placeholder 11"/>
          <p:cNvSpPr>
            <a:spLocks noGrp="1"/>
          </p:cNvSpPr>
          <p:nvPr>
            <p:ph sz="quarter" idx="16"/>
          </p:nvPr>
        </p:nvSpPr>
        <p:spPr>
          <a:xfrm>
            <a:off x="6460067" y="1380744"/>
            <a:ext cx="5429251" cy="2377440"/>
          </a:xfrm>
        </p:spPr>
        <p:txBody>
          <a:bodyPr/>
          <a:lstStyle/>
          <a:p>
            <a:pPr lvl="0"/>
            <a:r>
              <a:rPr lang="en-US"/>
              <a:t>Click to edit Master text styles</a:t>
            </a:r>
          </a:p>
          <a:p>
            <a:pPr lvl="1"/>
            <a:r>
              <a:rPr lang="en-US"/>
              <a:t>Second level</a:t>
            </a:r>
          </a:p>
          <a:p>
            <a:pPr lvl="2"/>
            <a:r>
              <a:rPr lang="en-US"/>
              <a:t>Third level</a:t>
            </a:r>
          </a:p>
        </p:txBody>
      </p:sp>
      <p:sp>
        <p:nvSpPr>
          <p:cNvPr id="18" name="Content Placeholder 11"/>
          <p:cNvSpPr>
            <a:spLocks noGrp="1"/>
          </p:cNvSpPr>
          <p:nvPr>
            <p:ph sz="quarter" idx="19"/>
          </p:nvPr>
        </p:nvSpPr>
        <p:spPr>
          <a:xfrm>
            <a:off x="292608" y="4041648"/>
            <a:ext cx="5429251" cy="2377440"/>
          </a:xfrm>
        </p:spPr>
        <p:txBody>
          <a:bodyPr/>
          <a:lstStyle/>
          <a:p>
            <a:pPr lvl="0"/>
            <a:r>
              <a:rPr lang="en-US"/>
              <a:t>Click to edit Master text styles</a:t>
            </a:r>
          </a:p>
          <a:p>
            <a:pPr lvl="1"/>
            <a:r>
              <a:rPr lang="en-US"/>
              <a:t>Second level</a:t>
            </a:r>
          </a:p>
          <a:p>
            <a:pPr lvl="2"/>
            <a:r>
              <a:rPr lang="en-US"/>
              <a:t>Third level</a:t>
            </a:r>
          </a:p>
        </p:txBody>
      </p:sp>
      <p:sp>
        <p:nvSpPr>
          <p:cNvPr id="19" name="Content Placeholder 11"/>
          <p:cNvSpPr>
            <a:spLocks noGrp="1"/>
          </p:cNvSpPr>
          <p:nvPr>
            <p:ph sz="quarter" idx="20"/>
          </p:nvPr>
        </p:nvSpPr>
        <p:spPr>
          <a:xfrm>
            <a:off x="6460067" y="4041648"/>
            <a:ext cx="5429251" cy="2377440"/>
          </a:xfrm>
        </p:spPr>
        <p:txBody>
          <a:bodyPr/>
          <a:lstStyle/>
          <a:p>
            <a:pPr lvl="0"/>
            <a:r>
              <a:rPr lang="en-US"/>
              <a:t>Click to edit Master text styles</a:t>
            </a:r>
          </a:p>
          <a:p>
            <a:pPr lvl="1"/>
            <a:r>
              <a:rPr lang="en-US"/>
              <a:t>Second level</a:t>
            </a:r>
          </a:p>
          <a:p>
            <a:pPr lvl="2"/>
            <a:r>
              <a:rPr lang="en-US"/>
              <a:t>Third level</a:t>
            </a:r>
          </a:p>
        </p:txBody>
      </p:sp>
      <p:sp>
        <p:nvSpPr>
          <p:cNvPr id="11"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263988439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6_Four Content">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12" name="Content Placeholder 11"/>
          <p:cNvSpPr>
            <a:spLocks noGrp="1"/>
          </p:cNvSpPr>
          <p:nvPr>
            <p:ph sz="quarter" idx="14"/>
          </p:nvPr>
        </p:nvSpPr>
        <p:spPr>
          <a:xfrm>
            <a:off x="292608" y="1380744"/>
            <a:ext cx="5429251" cy="2377440"/>
          </a:xfrm>
        </p:spPr>
        <p:txBody>
          <a:bodyPr/>
          <a:lstStyle/>
          <a:p>
            <a:pPr lvl="0"/>
            <a:r>
              <a:rPr lang="en-US"/>
              <a:t>Click to edit Master text styles</a:t>
            </a:r>
          </a:p>
          <a:p>
            <a:pPr lvl="1"/>
            <a:r>
              <a:rPr lang="en-US"/>
              <a:t>Second level</a:t>
            </a:r>
          </a:p>
          <a:p>
            <a:pPr lvl="2"/>
            <a:r>
              <a:rPr lang="en-US"/>
              <a:t>Third level</a:t>
            </a:r>
          </a:p>
        </p:txBody>
      </p:sp>
      <p:sp>
        <p:nvSpPr>
          <p:cNvPr id="14" name="Content Placeholder 11"/>
          <p:cNvSpPr>
            <a:spLocks noGrp="1"/>
          </p:cNvSpPr>
          <p:nvPr>
            <p:ph sz="quarter" idx="16"/>
          </p:nvPr>
        </p:nvSpPr>
        <p:spPr>
          <a:xfrm>
            <a:off x="6460067" y="1380744"/>
            <a:ext cx="5429251" cy="2377440"/>
          </a:xfrm>
        </p:spPr>
        <p:txBody>
          <a:bodyPr/>
          <a:lstStyle/>
          <a:p>
            <a:pPr lvl="0"/>
            <a:r>
              <a:rPr lang="en-US"/>
              <a:t>Click to edit Master text styles</a:t>
            </a:r>
          </a:p>
          <a:p>
            <a:pPr lvl="1"/>
            <a:r>
              <a:rPr lang="en-US"/>
              <a:t>Second level</a:t>
            </a:r>
          </a:p>
          <a:p>
            <a:pPr lvl="2"/>
            <a:r>
              <a:rPr lang="en-US"/>
              <a:t>Third level</a:t>
            </a:r>
          </a:p>
        </p:txBody>
      </p:sp>
      <p:sp>
        <p:nvSpPr>
          <p:cNvPr id="18" name="Content Placeholder 11"/>
          <p:cNvSpPr>
            <a:spLocks noGrp="1"/>
          </p:cNvSpPr>
          <p:nvPr>
            <p:ph sz="quarter" idx="19"/>
          </p:nvPr>
        </p:nvSpPr>
        <p:spPr>
          <a:xfrm>
            <a:off x="292608" y="4041648"/>
            <a:ext cx="5429251" cy="2377440"/>
          </a:xfrm>
        </p:spPr>
        <p:txBody>
          <a:bodyPr/>
          <a:lstStyle/>
          <a:p>
            <a:pPr lvl="0"/>
            <a:r>
              <a:rPr lang="en-US"/>
              <a:t>Click to edit Master text styles</a:t>
            </a:r>
          </a:p>
          <a:p>
            <a:pPr lvl="1"/>
            <a:r>
              <a:rPr lang="en-US"/>
              <a:t>Second level</a:t>
            </a:r>
          </a:p>
          <a:p>
            <a:pPr lvl="2"/>
            <a:r>
              <a:rPr lang="en-US"/>
              <a:t>Third level</a:t>
            </a:r>
          </a:p>
        </p:txBody>
      </p:sp>
      <p:sp>
        <p:nvSpPr>
          <p:cNvPr id="19" name="Content Placeholder 11"/>
          <p:cNvSpPr>
            <a:spLocks noGrp="1"/>
          </p:cNvSpPr>
          <p:nvPr>
            <p:ph sz="quarter" idx="20"/>
          </p:nvPr>
        </p:nvSpPr>
        <p:spPr>
          <a:xfrm>
            <a:off x="6460067" y="4041648"/>
            <a:ext cx="5429251" cy="2377440"/>
          </a:xfrm>
        </p:spPr>
        <p:txBody>
          <a:bodyPr/>
          <a:lstStyle/>
          <a:p>
            <a:pPr lvl="0"/>
            <a:r>
              <a:rPr lang="en-US"/>
              <a:t>Click to edit Master text styles</a:t>
            </a:r>
          </a:p>
          <a:p>
            <a:pPr lvl="1"/>
            <a:r>
              <a:rPr lang="en-US"/>
              <a:t>Second level</a:t>
            </a:r>
          </a:p>
          <a:p>
            <a:pPr lvl="2"/>
            <a:r>
              <a:rPr lang="en-US"/>
              <a:t>Third level</a:t>
            </a:r>
          </a:p>
        </p:txBody>
      </p:sp>
      <p:sp>
        <p:nvSpPr>
          <p:cNvPr id="11"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429484669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609" y="1380744"/>
            <a:ext cx="11599650" cy="5029200"/>
          </a:xfrm>
        </p:spPr>
        <p:txBody>
          <a:bodyPr>
            <a:noAutofit/>
          </a:bodyPr>
          <a:lstStyle>
            <a:lvl1pPr marL="230188" indent="-230188">
              <a:spcBef>
                <a:spcPts val="1800"/>
              </a:spcBef>
              <a:buClr>
                <a:schemeClr val="bg2"/>
              </a:buClr>
              <a:defRPr sz="2000">
                <a:solidFill>
                  <a:schemeClr val="bg2"/>
                </a:solidFill>
              </a:defRPr>
            </a:lvl1pPr>
            <a:lvl2pPr marL="684213" indent="-228600">
              <a:spcBef>
                <a:spcPts val="0"/>
              </a:spcBef>
              <a:spcAft>
                <a:spcPts val="200"/>
              </a:spcAft>
              <a:defRPr sz="1800">
                <a:solidFill>
                  <a:srgbClr val="4C4D4F"/>
                </a:solidFill>
                <a:latin typeface="Arial Narrow" pitchFamily="34" charset="0"/>
              </a:defRPr>
            </a:lvl2pPr>
            <a:lvl3pPr marL="1143000" indent="-228600">
              <a:spcBef>
                <a:spcPts val="0"/>
              </a:spcBef>
              <a:spcAft>
                <a:spcPts val="200"/>
              </a:spcAft>
              <a:defRPr sz="1600">
                <a:solidFill>
                  <a:srgbClr val="4C4D4F"/>
                </a:solidFill>
                <a:latin typeface="Arial Narrow" pitchFamily="34" charset="0"/>
              </a:defRPr>
            </a:lvl3pPr>
            <a:lvl4pPr marL="1428750" indent="-228600">
              <a:defRPr sz="1400">
                <a:solidFill>
                  <a:srgbClr val="4C4D4F"/>
                </a:solidFill>
              </a:defRPr>
            </a:lvl4pPr>
            <a:lvl5pPr marL="1827213" indent="-228600">
              <a:defRPr sz="1400">
                <a:solidFill>
                  <a:srgbClr val="4C4D4F"/>
                </a:solidFill>
              </a:defRPr>
            </a:lvl5pPr>
          </a:lstStyle>
          <a:p>
            <a:pPr lvl="0"/>
            <a:r>
              <a:rPr lang="en-US" dirty="0"/>
              <a:t>Click to edit Master text styles</a:t>
            </a:r>
          </a:p>
          <a:p>
            <a:pPr lvl="1"/>
            <a:r>
              <a:rPr lang="en-US" dirty="0"/>
              <a:t>Second level</a:t>
            </a:r>
          </a:p>
          <a:p>
            <a:pPr lvl="2"/>
            <a:r>
              <a:rPr lang="en-US" dirty="0"/>
              <a:t>Third level</a:t>
            </a:r>
          </a:p>
        </p:txBody>
      </p:sp>
      <p:sp>
        <p:nvSpPr>
          <p:cNvPr id="8" name="Title 7"/>
          <p:cNvSpPr>
            <a:spLocks noGrp="1"/>
          </p:cNvSpPr>
          <p:nvPr>
            <p:ph type="title"/>
          </p:nvPr>
        </p:nvSpPr>
        <p:spPr/>
        <p:txBody>
          <a:bodyPr/>
          <a:lstStyle/>
          <a:p>
            <a:r>
              <a:rPr lang="en-US"/>
              <a:t>Click to edit Master title style</a:t>
            </a:r>
            <a:endParaRPr lang="en-US" dirty="0"/>
          </a:p>
        </p:txBody>
      </p:sp>
      <p:sp>
        <p:nvSpPr>
          <p:cNvPr id="7" name="Subtitle 2"/>
          <p:cNvSpPr>
            <a:spLocks noGrp="1" noChangeAspect="1"/>
          </p:cNvSpPr>
          <p:nvPr>
            <p:ph type="subTitle" idx="15"/>
          </p:nvPr>
        </p:nvSpPr>
        <p:spPr>
          <a:xfrm>
            <a:off x="287453" y="896112"/>
            <a:ext cx="11594592" cy="338328"/>
          </a:xfrm>
        </p:spPr>
        <p:txBody>
          <a:bodyPr/>
          <a:lstStyle>
            <a:lvl1pPr marL="0" indent="0" algn="l">
              <a:buNone/>
              <a:defRPr sz="2200">
                <a:solidFill>
                  <a:schemeClr val="tx1"/>
                </a:solidFill>
                <a:latin typeface="Arial Narrow"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3"/>
          </p:nvPr>
        </p:nvSpPr>
        <p:spPr>
          <a:xfrm>
            <a:off x="3096768" y="6711696"/>
            <a:ext cx="5998464" cy="109728"/>
          </a:xfrm>
          <a:prstGeom prst="rect">
            <a:avLst/>
          </a:prstGeom>
        </p:spPr>
        <p:txBody>
          <a:bodyPr lIns="0" tIns="0" rIns="0" bIns="0"/>
          <a:lstStyle>
            <a:lvl1pPr algn="ctr">
              <a:defRPr sz="700" b="1"/>
            </a:lvl1pPr>
          </a:lstStyle>
          <a:p>
            <a:endParaRPr lang="en-US" dirty="0"/>
          </a:p>
        </p:txBody>
      </p:sp>
    </p:spTree>
    <p:extLst>
      <p:ext uri="{BB962C8B-B14F-4D97-AF65-F5344CB8AC3E}">
        <p14:creationId xmlns:p14="http://schemas.microsoft.com/office/powerpoint/2010/main" val="175805740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Thank You">
    <p:spTree>
      <p:nvGrpSpPr>
        <p:cNvPr id="1" name=""/>
        <p:cNvGrpSpPr/>
        <p:nvPr/>
      </p:nvGrpSpPr>
      <p:grpSpPr>
        <a:xfrm>
          <a:off x="0" y="0"/>
          <a:ext cx="0" cy="0"/>
          <a:chOff x="0" y="0"/>
          <a:chExt cx="0" cy="0"/>
        </a:xfrm>
      </p:grpSpPr>
      <p:grpSp>
        <p:nvGrpSpPr>
          <p:cNvPr id="2" name="Group 1"/>
          <p:cNvGrpSpPr/>
          <p:nvPr userDrawn="1"/>
        </p:nvGrpSpPr>
        <p:grpSpPr>
          <a:xfrm>
            <a:off x="0" y="-1"/>
            <a:ext cx="12192000" cy="6858001"/>
            <a:chOff x="0" y="-2"/>
            <a:chExt cx="9144000" cy="6858001"/>
          </a:xfrm>
        </p:grpSpPr>
        <p:sp>
          <p:nvSpPr>
            <p:cNvPr id="8" name="Rectangle 7"/>
            <p:cNvSpPr/>
            <p:nvPr userDrawn="1"/>
          </p:nvSpPr>
          <p:spPr>
            <a:xfrm flipV="1">
              <a:off x="0" y="-2"/>
              <a:ext cx="9144000" cy="6858001"/>
            </a:xfrm>
            <a:prstGeom prst="rect">
              <a:avLst/>
            </a:prstGeom>
            <a:gradFill rotWithShape="1">
              <a:gsLst>
                <a:gs pos="0">
                  <a:srgbClr val="236192"/>
                </a:gs>
                <a:gs pos="100000">
                  <a:srgbClr val="236192"/>
                </a:gs>
                <a:gs pos="50000">
                  <a:srgbClr val="009CDE"/>
                </a:gs>
              </a:gsLst>
              <a:lin ang="0" scaled="0"/>
            </a:gradFill>
            <a:ln w="9525" cap="flat" cmpd="sng" algn="ctr">
              <a:noFill/>
              <a:prstDash val="solid"/>
            </a:ln>
            <a:effectLst>
              <a:outerShdw blurRad="50800" dist="12700" dir="16200000"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Arial"/>
                <a:ea typeface="+mn-ea"/>
                <a:cs typeface="+mn-cs"/>
              </a:endParaRP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937" y="2914649"/>
              <a:ext cx="7130126" cy="1028702"/>
            </a:xfrm>
            <a:prstGeom prst="rect">
              <a:avLst/>
            </a:prstGeom>
          </p:spPr>
        </p:pic>
      </p:grpSp>
    </p:spTree>
    <p:extLst>
      <p:ext uri="{BB962C8B-B14F-4D97-AF65-F5344CB8AC3E}">
        <p14:creationId xmlns:p14="http://schemas.microsoft.com/office/powerpoint/2010/main" val="321784910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68" cstate="print">
            <a:extLst>
              <a:ext uri="{28A0092B-C50C-407E-A947-70E740481C1C}">
                <a14:useLocalDpi xmlns:a14="http://schemas.microsoft.com/office/drawing/2010/main" val="0"/>
              </a:ext>
            </a:extLst>
          </a:blip>
          <a:srcRect t="94737"/>
          <a:stretch/>
        </p:blipFill>
        <p:spPr>
          <a:xfrm flipV="1">
            <a:off x="0" y="6496905"/>
            <a:ext cx="12192000" cy="361095"/>
          </a:xfrm>
          <a:prstGeom prst="rect">
            <a:avLst/>
          </a:prstGeom>
        </p:spPr>
      </p:pic>
      <p:sp>
        <p:nvSpPr>
          <p:cNvPr id="2" name="Title Placeholder 1"/>
          <p:cNvSpPr>
            <a:spLocks noGrp="1"/>
          </p:cNvSpPr>
          <p:nvPr>
            <p:ph type="title"/>
          </p:nvPr>
        </p:nvSpPr>
        <p:spPr>
          <a:xfrm>
            <a:off x="406940" y="350933"/>
            <a:ext cx="10259568" cy="344710"/>
          </a:xfrm>
          <a:prstGeom prst="rect">
            <a:avLst/>
          </a:prstGeom>
        </p:spPr>
        <p:txBody>
          <a:bodyPr vert="horz" lIns="0" tIns="0" rIns="0" bIns="0" rtlCol="0" anchor="ctr" anchorCtr="0">
            <a:normAutofit/>
          </a:bodyPr>
          <a:lstStyle/>
          <a:p>
            <a:r>
              <a:rPr lang="en-US" dirty="0"/>
              <a:t>Click to add title</a:t>
            </a:r>
          </a:p>
        </p:txBody>
      </p:sp>
      <p:sp>
        <p:nvSpPr>
          <p:cNvPr id="3" name="Text Placeholder 2"/>
          <p:cNvSpPr>
            <a:spLocks noGrp="1"/>
          </p:cNvSpPr>
          <p:nvPr>
            <p:ph type="body" idx="1"/>
          </p:nvPr>
        </p:nvSpPr>
        <p:spPr>
          <a:xfrm>
            <a:off x="428953" y="1222375"/>
            <a:ext cx="11459086" cy="4956048"/>
          </a:xfrm>
          <a:prstGeom prst="rect">
            <a:avLst/>
          </a:prstGeom>
        </p:spPr>
        <p:txBody>
          <a:bodyPr vert="horz" lIns="0" tIns="0" rIns="0" bIns="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6"/>
          <p:cNvSpPr txBox="1">
            <a:spLocks noChangeArrowheads="1"/>
          </p:cNvSpPr>
          <p:nvPr/>
        </p:nvSpPr>
        <p:spPr bwMode="auto">
          <a:xfrm>
            <a:off x="11308896" y="6629401"/>
            <a:ext cx="592666" cy="1384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defRPr sz="700"/>
            </a:lvl1pPr>
          </a:lstStyle>
          <a:p>
            <a:pPr marL="0" marR="0" lvl="0" indent="0" algn="r" defTabSz="1086775" rtl="0" eaLnBrk="0" fontAlgn="base" latinLnBrk="0" hangingPunct="0">
              <a:lnSpc>
                <a:spcPct val="100000"/>
              </a:lnSpc>
              <a:spcBef>
                <a:spcPct val="0"/>
              </a:spcBef>
              <a:spcAft>
                <a:spcPct val="0"/>
              </a:spcAft>
              <a:buClrTx/>
              <a:buSzTx/>
              <a:buFontTx/>
              <a:buNone/>
              <a:tabLst/>
              <a:defRPr/>
            </a:pPr>
            <a:fld id="{8D7874BA-B114-4D1F-A449-70AD1C45E88A}" type="slidenum">
              <a:rPr kumimoji="0" lang="en-US" sz="900" b="0" i="0" u="none" strike="noStrike" kern="1200" cap="none" spc="0" normalizeH="0" baseline="0" noProof="0" smtClean="0">
                <a:ln>
                  <a:noFill/>
                </a:ln>
                <a:solidFill>
                  <a:schemeClr val="bg1"/>
                </a:solidFill>
                <a:effectLst/>
                <a:uLnTx/>
                <a:uFillTx/>
                <a:latin typeface="+mn-lt"/>
                <a:ea typeface="MS PGothic" pitchFamily="34" charset="-128"/>
                <a:cs typeface="+mn-cs"/>
              </a:rPr>
              <a:pPr marL="0" marR="0" lvl="0" indent="0" algn="r" defTabSz="1086775" rtl="0" eaLnBrk="0" fontAlgn="base" latinLnBrk="0" hangingPunct="0">
                <a:lnSpc>
                  <a:spcPct val="100000"/>
                </a:lnSpc>
                <a:spcBef>
                  <a:spcPct val="0"/>
                </a:spcBef>
                <a:spcAft>
                  <a:spcPct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mn-lt"/>
              <a:ea typeface="MS PGothic" pitchFamily="34" charset="-128"/>
              <a:cs typeface="+mn-cs"/>
            </a:endParaRPr>
          </a:p>
        </p:txBody>
      </p:sp>
      <p:pic>
        <p:nvPicPr>
          <p:cNvPr id="8" name="Picture 7"/>
          <p:cNvPicPr>
            <a:picLocks noChangeAspect="1"/>
          </p:cNvPicPr>
          <p:nvPr/>
        </p:nvPicPr>
        <p:blipFill>
          <a:blip r:embed="rId69" cstate="print">
            <a:extLst>
              <a:ext uri="{28A0092B-C50C-407E-A947-70E740481C1C}">
                <a14:useLocalDpi xmlns:a14="http://schemas.microsoft.com/office/drawing/2010/main" val="0"/>
              </a:ext>
            </a:extLst>
          </a:blip>
          <a:stretch>
            <a:fillRect/>
          </a:stretch>
        </p:blipFill>
        <p:spPr>
          <a:xfrm>
            <a:off x="10967460" y="312672"/>
            <a:ext cx="856680" cy="332728"/>
          </a:xfrm>
          <a:prstGeom prst="rect">
            <a:avLst/>
          </a:prstGeom>
        </p:spPr>
      </p:pic>
    </p:spTree>
  </p:cSld>
  <p:clrMap bg1="lt1" tx1="dk1" bg2="lt2" tx2="dk2" accent1="accent1" accent2="accent2" accent3="accent3" accent4="accent4" accent5="accent5" accent6="accent6" hlink="hlink" folHlink="folHlink"/>
  <p:sldLayoutIdLst>
    <p:sldLayoutId id="2147483700" r:id="rId1"/>
    <p:sldLayoutId id="2147483650" r:id="rId2"/>
    <p:sldLayoutId id="2147483708" r:id="rId3"/>
    <p:sldLayoutId id="2147483725" r:id="rId4"/>
    <p:sldLayoutId id="2147483707" r:id="rId5"/>
    <p:sldLayoutId id="2147483654" r:id="rId6"/>
    <p:sldLayoutId id="2147483716" r:id="rId7"/>
    <p:sldLayoutId id="2147483652" r:id="rId8"/>
    <p:sldLayoutId id="2147483653" r:id="rId9"/>
    <p:sldLayoutId id="2147483657" r:id="rId10"/>
    <p:sldLayoutId id="2147483658" r:id="rId11"/>
    <p:sldLayoutId id="2147483656" r:id="rId12"/>
    <p:sldLayoutId id="2147483673" r:id="rId13"/>
    <p:sldLayoutId id="2147483674" r:id="rId14"/>
    <p:sldLayoutId id="2147483754" r:id="rId15"/>
    <p:sldLayoutId id="2147483686" r:id="rId16"/>
    <p:sldLayoutId id="2147483685" r:id="rId17"/>
    <p:sldLayoutId id="2147483752" r:id="rId18"/>
    <p:sldLayoutId id="2147483753" r:id="rId19"/>
    <p:sldLayoutId id="2147483751" r:id="rId20"/>
    <p:sldLayoutId id="2147483703" r:id="rId21"/>
    <p:sldLayoutId id="2147483702" r:id="rId22"/>
    <p:sldLayoutId id="2147483701" r:id="rId23"/>
    <p:sldLayoutId id="2147483726" r:id="rId24"/>
    <p:sldLayoutId id="2147483727" r:id="rId25"/>
    <p:sldLayoutId id="2147483728" r:id="rId26"/>
    <p:sldLayoutId id="2147483747" r:id="rId27"/>
    <p:sldLayoutId id="2147483730" r:id="rId28"/>
    <p:sldLayoutId id="2147483731" r:id="rId29"/>
    <p:sldLayoutId id="2147483748" r:id="rId30"/>
    <p:sldLayoutId id="2147483733" r:id="rId31"/>
    <p:sldLayoutId id="2147483734" r:id="rId32"/>
    <p:sldLayoutId id="2147483749" r:id="rId33"/>
    <p:sldLayoutId id="2147483736" r:id="rId34"/>
    <p:sldLayoutId id="2147483737" r:id="rId35"/>
    <p:sldLayoutId id="2147483750" r:id="rId36"/>
    <p:sldLayoutId id="2147483740" r:id="rId37"/>
    <p:sldLayoutId id="2147483668" r:id="rId38"/>
    <p:sldLayoutId id="2147483755" r:id="rId39"/>
    <p:sldLayoutId id="2147483756" r:id="rId40"/>
    <p:sldLayoutId id="2147483757" r:id="rId41"/>
    <p:sldLayoutId id="2147483758" r:id="rId42"/>
    <p:sldLayoutId id="2147483759" r:id="rId43"/>
    <p:sldLayoutId id="2147483760" r:id="rId44"/>
    <p:sldLayoutId id="2147483761" r:id="rId45"/>
    <p:sldLayoutId id="2147483762" r:id="rId46"/>
    <p:sldLayoutId id="2147483763" r:id="rId47"/>
    <p:sldLayoutId id="2147483765" r:id="rId48"/>
    <p:sldLayoutId id="2147483766" r:id="rId49"/>
    <p:sldLayoutId id="2147483767" r:id="rId50"/>
    <p:sldLayoutId id="2147483768" r:id="rId51"/>
    <p:sldLayoutId id="2147483769" r:id="rId52"/>
    <p:sldLayoutId id="2147483770" r:id="rId53"/>
    <p:sldLayoutId id="2147483771" r:id="rId54"/>
    <p:sldLayoutId id="2147483773" r:id="rId55"/>
    <p:sldLayoutId id="2147483774" r:id="rId56"/>
    <p:sldLayoutId id="2147483775" r:id="rId57"/>
    <p:sldLayoutId id="2147483777" r:id="rId58"/>
    <p:sldLayoutId id="2147483778" r:id="rId59"/>
    <p:sldLayoutId id="2147483779" r:id="rId60"/>
    <p:sldLayoutId id="2147483780" r:id="rId61"/>
    <p:sldLayoutId id="2147483782" r:id="rId62"/>
    <p:sldLayoutId id="2147483784" r:id="rId63"/>
    <p:sldLayoutId id="2147483786" r:id="rId64"/>
    <p:sldLayoutId id="2147483787" r:id="rId65"/>
    <p:sldLayoutId id="2147483788" r:id="rId66"/>
  </p:sldLayoutIdLst>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hf sldNum="0" hdr="0" dt="0"/>
  <p:txStyles>
    <p:titleStyle>
      <a:lvl1pPr algn="l" defTabSz="1086775" rtl="0" eaLnBrk="1" latinLnBrk="0" hangingPunct="1">
        <a:lnSpc>
          <a:spcPct val="80000"/>
        </a:lnSpc>
        <a:spcBef>
          <a:spcPct val="0"/>
        </a:spcBef>
        <a:buNone/>
        <a:defRPr sz="2800" b="0" kern="1200" cap="all" baseline="0">
          <a:solidFill>
            <a:schemeClr val="bg2"/>
          </a:solidFill>
          <a:latin typeface="+mj-lt"/>
          <a:ea typeface="+mj-ea"/>
          <a:cs typeface="+mj-cs"/>
        </a:defRPr>
      </a:lvl1pPr>
    </p:titleStyle>
    <p:bodyStyle>
      <a:lvl1pPr marL="273582" indent="-273582" algn="l" defTabSz="1086775" rtl="0" eaLnBrk="1" latinLnBrk="0" hangingPunct="1">
        <a:lnSpc>
          <a:spcPct val="90000"/>
        </a:lnSpc>
        <a:spcBef>
          <a:spcPts val="2139"/>
        </a:spcBef>
        <a:buClr>
          <a:schemeClr val="tx1"/>
        </a:buClr>
        <a:buFont typeface="Arial" pitchFamily="34" charset="0"/>
        <a:buChar char="•"/>
        <a:defRPr sz="2200" kern="1200">
          <a:solidFill>
            <a:schemeClr val="tx1"/>
          </a:solidFill>
          <a:latin typeface="+mn-lt"/>
          <a:ea typeface="+mn-ea"/>
          <a:cs typeface="+mn-cs"/>
        </a:defRPr>
      </a:lvl1pPr>
      <a:lvl2pPr marL="813195" indent="-271694" algn="l" defTabSz="1086775" rtl="0" eaLnBrk="1" latinLnBrk="0" hangingPunct="1">
        <a:lnSpc>
          <a:spcPct val="90000"/>
        </a:lnSpc>
        <a:spcBef>
          <a:spcPts val="0"/>
        </a:spcBef>
        <a:spcAft>
          <a:spcPts val="238"/>
        </a:spcAft>
        <a:buFont typeface="Arial" pitchFamily="34" charset="0"/>
        <a:buChar char="–"/>
        <a:defRPr sz="2000" kern="1200">
          <a:solidFill>
            <a:schemeClr val="tx1"/>
          </a:solidFill>
          <a:latin typeface="+mn-lt"/>
          <a:ea typeface="+mn-ea"/>
          <a:cs typeface="+mn-cs"/>
        </a:defRPr>
      </a:lvl2pPr>
      <a:lvl3pPr marL="1358470" indent="-271694" algn="l" defTabSz="1290546" rtl="0" eaLnBrk="1" latinLnBrk="0" hangingPunct="1">
        <a:lnSpc>
          <a:spcPct val="90000"/>
        </a:lnSpc>
        <a:spcBef>
          <a:spcPts val="0"/>
        </a:spcBef>
        <a:spcAft>
          <a:spcPts val="238"/>
        </a:spcAft>
        <a:buFont typeface="Arial" pitchFamily="34" charset="0"/>
        <a:buChar char="•"/>
        <a:defRPr sz="1800" kern="1200">
          <a:solidFill>
            <a:schemeClr val="tx1"/>
          </a:solidFill>
          <a:latin typeface="+mn-lt"/>
          <a:ea typeface="+mn-ea"/>
          <a:cs typeface="+mn-cs"/>
        </a:defRPr>
      </a:lvl3pPr>
      <a:lvl4pPr marL="1901857" indent="-271694" algn="l" defTabSz="1086775" rtl="0" eaLnBrk="1" latinLnBrk="0" hangingPunct="1">
        <a:lnSpc>
          <a:spcPct val="90000"/>
        </a:lnSpc>
        <a:spcBef>
          <a:spcPts val="0"/>
        </a:spcBef>
        <a:spcAft>
          <a:spcPts val="238"/>
        </a:spcAft>
        <a:buFont typeface="Arial" pitchFamily="34" charset="0"/>
        <a:buChar char="–"/>
        <a:defRPr sz="1600" kern="1200" baseline="0">
          <a:solidFill>
            <a:schemeClr val="tx1"/>
          </a:solidFill>
          <a:latin typeface="+mn-lt"/>
          <a:ea typeface="+mn-ea"/>
          <a:cs typeface="+mn-cs"/>
        </a:defRPr>
      </a:lvl4pPr>
      <a:lvl5pPr marL="2445245" indent="-271694" algn="l" defTabSz="1086775" rtl="0" eaLnBrk="1" latinLnBrk="0" hangingPunct="1">
        <a:lnSpc>
          <a:spcPct val="90000"/>
        </a:lnSpc>
        <a:spcBef>
          <a:spcPts val="0"/>
        </a:spcBef>
        <a:spcAft>
          <a:spcPts val="238"/>
        </a:spcAft>
        <a:buFont typeface="Arial" pitchFamily="34" charset="0"/>
        <a:buChar char="»"/>
        <a:defRPr sz="1400" kern="1200" baseline="0">
          <a:solidFill>
            <a:schemeClr val="tx1"/>
          </a:solidFill>
          <a:latin typeface="+mn-lt"/>
          <a:ea typeface="+mn-ea"/>
          <a:cs typeface="+mn-cs"/>
        </a:defRPr>
      </a:lvl5pPr>
      <a:lvl6pPr marL="2988632" indent="-271694" algn="l" defTabSz="1086775"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2020" indent="-271694" algn="l" defTabSz="1086775"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75408" indent="-271694" algn="l" defTabSz="1086775"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18796" indent="-271694" algn="l" defTabSz="1086775"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86775" rtl="0" eaLnBrk="1" latinLnBrk="0" hangingPunct="1">
        <a:defRPr sz="2200" kern="1200">
          <a:solidFill>
            <a:schemeClr val="tx1"/>
          </a:solidFill>
          <a:latin typeface="+mn-lt"/>
          <a:ea typeface="+mn-ea"/>
          <a:cs typeface="+mn-cs"/>
        </a:defRPr>
      </a:lvl1pPr>
      <a:lvl2pPr marL="543388" algn="l" defTabSz="1086775" rtl="0" eaLnBrk="1" latinLnBrk="0" hangingPunct="1">
        <a:defRPr sz="2200" kern="1200">
          <a:solidFill>
            <a:schemeClr val="tx1"/>
          </a:solidFill>
          <a:latin typeface="+mn-lt"/>
          <a:ea typeface="+mn-ea"/>
          <a:cs typeface="+mn-cs"/>
        </a:defRPr>
      </a:lvl2pPr>
      <a:lvl3pPr marL="1086775" algn="l" defTabSz="1086775" rtl="0" eaLnBrk="1" latinLnBrk="0" hangingPunct="1">
        <a:defRPr sz="2200" kern="1200">
          <a:solidFill>
            <a:schemeClr val="tx1"/>
          </a:solidFill>
          <a:latin typeface="+mn-lt"/>
          <a:ea typeface="+mn-ea"/>
          <a:cs typeface="+mn-cs"/>
        </a:defRPr>
      </a:lvl3pPr>
      <a:lvl4pPr marL="1630163" algn="l" defTabSz="1086775" rtl="0" eaLnBrk="1" latinLnBrk="0" hangingPunct="1">
        <a:defRPr sz="2200" kern="1200">
          <a:solidFill>
            <a:schemeClr val="tx1"/>
          </a:solidFill>
          <a:latin typeface="+mn-lt"/>
          <a:ea typeface="+mn-ea"/>
          <a:cs typeface="+mn-cs"/>
        </a:defRPr>
      </a:lvl4pPr>
      <a:lvl5pPr marL="2173551" algn="l" defTabSz="1086775" rtl="0" eaLnBrk="1" latinLnBrk="0" hangingPunct="1">
        <a:defRPr sz="2200" kern="1200">
          <a:solidFill>
            <a:schemeClr val="tx1"/>
          </a:solidFill>
          <a:latin typeface="+mn-lt"/>
          <a:ea typeface="+mn-ea"/>
          <a:cs typeface="+mn-cs"/>
        </a:defRPr>
      </a:lvl5pPr>
      <a:lvl6pPr marL="2716938" algn="l" defTabSz="1086775" rtl="0" eaLnBrk="1" latinLnBrk="0" hangingPunct="1">
        <a:defRPr sz="2200" kern="1200">
          <a:solidFill>
            <a:schemeClr val="tx1"/>
          </a:solidFill>
          <a:latin typeface="+mn-lt"/>
          <a:ea typeface="+mn-ea"/>
          <a:cs typeface="+mn-cs"/>
        </a:defRPr>
      </a:lvl6pPr>
      <a:lvl7pPr marL="3260326" algn="l" defTabSz="1086775" rtl="0" eaLnBrk="1" latinLnBrk="0" hangingPunct="1">
        <a:defRPr sz="2200" kern="1200">
          <a:solidFill>
            <a:schemeClr val="tx1"/>
          </a:solidFill>
          <a:latin typeface="+mn-lt"/>
          <a:ea typeface="+mn-ea"/>
          <a:cs typeface="+mn-cs"/>
        </a:defRPr>
      </a:lvl7pPr>
      <a:lvl8pPr marL="3803713" algn="l" defTabSz="1086775" rtl="0" eaLnBrk="1" latinLnBrk="0" hangingPunct="1">
        <a:defRPr sz="2200" kern="1200">
          <a:solidFill>
            <a:schemeClr val="tx1"/>
          </a:solidFill>
          <a:latin typeface="+mn-lt"/>
          <a:ea typeface="+mn-ea"/>
          <a:cs typeface="+mn-cs"/>
        </a:defRPr>
      </a:lvl8pPr>
      <a:lvl9pPr marL="4347102" algn="l" defTabSz="1086775" rtl="0" eaLnBrk="1" latinLnBrk="0" hangingPunct="1">
        <a:defRPr sz="2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slide" Target="slide24.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5.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47.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53.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54.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55.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56.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57.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58.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6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7.xml"/><Relationship Id="rId1" Type="http://schemas.openxmlformats.org/officeDocument/2006/relationships/slideLayout" Target="../slideLayouts/slideLayout2.xml"/><Relationship Id="rId4" Type="http://schemas.openxmlformats.org/officeDocument/2006/relationships/slide" Target="slide29.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6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3.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7701" y="3135755"/>
            <a:ext cx="5417220" cy="584775"/>
          </a:xfrm>
        </p:spPr>
        <p:txBody>
          <a:bodyPr/>
          <a:lstStyle/>
          <a:p>
            <a:r>
              <a:rPr lang="en-US" altLang="zh-TW"/>
              <a:t>Hair Dryer Report</a:t>
            </a:r>
            <a:endParaRPr lang="en-US" dirty="0"/>
          </a:p>
        </p:txBody>
      </p:sp>
      <p:sp>
        <p:nvSpPr>
          <p:cNvPr id="3" name="Subtitle 2"/>
          <p:cNvSpPr>
            <a:spLocks noGrp="1"/>
          </p:cNvSpPr>
          <p:nvPr>
            <p:ph type="subTitle" idx="1"/>
          </p:nvPr>
        </p:nvSpPr>
        <p:spPr>
          <a:xfrm>
            <a:off x="424339" y="4671127"/>
            <a:ext cx="5424946" cy="276999"/>
          </a:xfrm>
        </p:spPr>
        <p:txBody>
          <a:bodyPr/>
          <a:lstStyle/>
          <a:p>
            <a:r>
              <a:rPr lang="en-US" altLang="zh-TW">
                <a:ea typeface="微軟正黑體" pitchFamily="34" charset="-120"/>
              </a:rPr>
              <a:t>Bilal Shabbir</a:t>
            </a:r>
            <a:endParaRPr lang="en-US" altLang="zh-TW" dirty="0"/>
          </a:p>
        </p:txBody>
      </p:sp>
      <p:sp>
        <p:nvSpPr>
          <p:cNvPr id="4" name="Text Placeholder 3"/>
          <p:cNvSpPr>
            <a:spLocks noGrp="1"/>
          </p:cNvSpPr>
          <p:nvPr>
            <p:ph type="body" sz="quarter" idx="10"/>
          </p:nvPr>
        </p:nvSpPr>
        <p:spPr>
          <a:xfrm>
            <a:off x="424339" y="4982693"/>
            <a:ext cx="5424946" cy="221599"/>
          </a:xfrm>
          <a:ln>
            <a:noFill/>
          </a:ln>
        </p:spPr>
        <p:txBody>
          <a:bodyPr/>
          <a:lstStyle/>
          <a:p>
            <a:pPr defTabSz="914400">
              <a:spcBef>
                <a:spcPts val="0"/>
              </a:spcBef>
              <a:buClr>
                <a:schemeClr val="bg2"/>
              </a:buClr>
            </a:pPr>
            <a:r>
              <a:rPr lang="en-US" altLang="zh-TW">
                <a:ea typeface="微軟正黑體" pitchFamily="34" charset="-120"/>
              </a:rPr>
              <a:t>Glasgow Caledonian University</a:t>
            </a:r>
            <a:endParaRPr lang="en-US" altLang="zh-TW" dirty="0">
              <a:ea typeface="微軟正黑體" pitchFamily="34" charset="-120"/>
            </a:endParaRPr>
          </a:p>
        </p:txBody>
      </p:sp>
      <p:sp>
        <p:nvSpPr>
          <p:cNvPr id="5" name="Text Placeholder 4"/>
          <p:cNvSpPr>
            <a:spLocks noGrp="1"/>
          </p:cNvSpPr>
          <p:nvPr>
            <p:ph type="body" sz="quarter" idx="12"/>
          </p:nvPr>
        </p:nvSpPr>
        <p:spPr>
          <a:xfrm>
            <a:off x="424339" y="6486680"/>
            <a:ext cx="5424946" cy="193899"/>
          </a:xfrm>
          <a:ln>
            <a:noFill/>
          </a:ln>
        </p:spPr>
        <p:txBody>
          <a:bodyPr/>
          <a:lstStyle/>
          <a:p>
            <a:r>
              <a:rPr lang="en-US" altLang="zh-TW">
                <a:ea typeface="微軟正黑體" pitchFamily="34" charset="-120"/>
              </a:rPr>
              <a:t>Thursday, November 20, 2025</a:t>
            </a:r>
            <a:endParaRPr lang="en-US" altLang="zh-TW" dirty="0">
              <a:ea typeface="微軟正黑體" pitchFamily="34" charset="-120"/>
            </a:endParaRPr>
          </a:p>
        </p:txBody>
      </p:sp>
      <p:sp>
        <p:nvSpPr>
          <p:cNvPr id="6" name="Subtitle 5"/>
          <p:cNvSpPr txBox="1">
            <a:spLocks/>
          </p:cNvSpPr>
          <p:nvPr/>
        </p:nvSpPr>
        <p:spPr>
          <a:xfrm>
            <a:off x="424339" y="5768122"/>
            <a:ext cx="4962144" cy="246221"/>
          </a:xfrm>
          <a:prstGeom prst="rect">
            <a:avLst/>
          </a:prstGeom>
          <a:ln>
            <a:noFill/>
          </a:ln>
        </p:spPr>
        <p:txBody>
          <a:bodyPr vert="horz" wrap="square" lIns="0" tIns="0" rIns="0" bIns="0" rtlCol="0" anchor="b">
            <a:spAutoFit/>
          </a:bodyPr>
          <a:lstStyle>
            <a:lvl1pPr marL="0" indent="0" algn="l" defTabSz="914400" rtl="0" eaLnBrk="1" latinLnBrk="0" hangingPunct="1">
              <a:spcBef>
                <a:spcPts val="0"/>
              </a:spcBef>
              <a:buClr>
                <a:schemeClr val="bg2"/>
              </a:buClr>
              <a:buFont typeface="Arial" pitchFamily="34" charset="0"/>
              <a:buNone/>
              <a:defRPr sz="1600" b="1" kern="1200">
                <a:solidFill>
                  <a:schemeClr val="bg1"/>
                </a:solidFill>
                <a:effectLst>
                  <a:outerShdw blurRad="38100" dist="38100" dir="2700000" algn="tl">
                    <a:srgbClr val="000000">
                      <a:alpha val="43137"/>
                    </a:srgbClr>
                  </a:outerShdw>
                </a:effectLst>
                <a:latin typeface="+mn-lt"/>
                <a:ea typeface="+mn-ea"/>
                <a:cs typeface="+mn-cs"/>
              </a:defRPr>
            </a:lvl1pPr>
            <a:lvl2pPr marL="457200" indent="0" algn="ctr" defTabSz="914400" rtl="0" eaLnBrk="1" latinLnBrk="0" hangingPunct="1">
              <a:spcBef>
                <a:spcPts val="0"/>
              </a:spcBef>
              <a:spcAft>
                <a:spcPts val="200"/>
              </a:spcAft>
              <a:buFont typeface="Arial" pitchFamily="34" charset="0"/>
              <a:buNone/>
              <a:defRPr sz="1800" kern="1200">
                <a:solidFill>
                  <a:schemeClr val="tx1">
                    <a:tint val="75000"/>
                  </a:schemeClr>
                </a:solidFill>
                <a:latin typeface="Arial Narrow" pitchFamily="34" charset="0"/>
                <a:ea typeface="+mn-ea"/>
                <a:cs typeface="+mn-cs"/>
              </a:defRPr>
            </a:lvl2pPr>
            <a:lvl3pPr marL="914400" indent="0" algn="ctr" defTabSz="1085850" rtl="0" eaLnBrk="1" latinLnBrk="0" hangingPunct="1">
              <a:spcBef>
                <a:spcPts val="0"/>
              </a:spcBef>
              <a:spcAft>
                <a:spcPts val="200"/>
              </a:spcAft>
              <a:buFont typeface="Arial" pitchFamily="34" charset="0"/>
              <a:buNone/>
              <a:defRPr sz="1600" kern="1200">
                <a:solidFill>
                  <a:schemeClr val="tx1">
                    <a:tint val="75000"/>
                  </a:schemeClr>
                </a:solidFill>
                <a:latin typeface="Arial Narrow" pitchFamily="34" charset="0"/>
                <a:ea typeface="+mn-ea"/>
                <a:cs typeface="+mn-cs"/>
              </a:defRPr>
            </a:lvl3pPr>
            <a:lvl4pPr marL="1371600" indent="0" algn="ctr"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b="0" dirty="0">
              <a:effectLst/>
            </a:endParaRPr>
          </a:p>
        </p:txBody>
      </p:sp>
      <p:sp>
        <p:nvSpPr>
          <p:cNvPr id="7" name="Text Placeholder 6"/>
          <p:cNvSpPr txBox="1">
            <a:spLocks/>
          </p:cNvSpPr>
          <p:nvPr/>
        </p:nvSpPr>
        <p:spPr>
          <a:xfrm>
            <a:off x="424339" y="6030247"/>
            <a:ext cx="4974336" cy="327494"/>
          </a:xfrm>
          <a:prstGeom prst="rect">
            <a:avLst/>
          </a:prstGeom>
          <a:ln>
            <a:noFill/>
          </a:ln>
        </p:spPr>
        <p:txBody>
          <a:bodyPr vert="horz" lIns="0" tIns="0" rIns="0" bIns="0" rtlCol="0">
            <a:noAutofit/>
          </a:bodyPr>
          <a:lstStyle>
            <a:lvl1pPr marL="0" indent="0" algn="l" defTabSz="914400" rtl="0" eaLnBrk="1" latinLnBrk="0" hangingPunct="1">
              <a:spcBef>
                <a:spcPts val="1800"/>
              </a:spcBef>
              <a:buClr>
                <a:schemeClr val="bg2"/>
              </a:buClr>
              <a:buFont typeface="Arial" pitchFamily="34" charset="0"/>
              <a:buNone/>
              <a:defRPr sz="1500" kern="1200">
                <a:solidFill>
                  <a:schemeClr val="bg1"/>
                </a:solidFill>
                <a:effectLst>
                  <a:outerShdw blurRad="38100" dist="38100" dir="2700000" algn="tl">
                    <a:srgbClr val="000000">
                      <a:alpha val="43137"/>
                    </a:srgbClr>
                  </a:outerShdw>
                </a:effectLst>
                <a:latin typeface="Arial Narrow" pitchFamily="34" charset="0"/>
                <a:ea typeface="+mn-ea"/>
                <a:cs typeface="+mn-cs"/>
              </a:defRPr>
            </a:lvl1pPr>
            <a:lvl2pPr marL="455613" indent="0" algn="l" defTabSz="914400" rtl="0" eaLnBrk="1" latinLnBrk="0" hangingPunct="1">
              <a:spcBef>
                <a:spcPts val="0"/>
              </a:spcBef>
              <a:spcAft>
                <a:spcPts val="200"/>
              </a:spcAft>
              <a:buFont typeface="Arial" pitchFamily="34" charset="0"/>
              <a:buNone/>
              <a:defRPr sz="1800" kern="1200">
                <a:solidFill>
                  <a:schemeClr val="bg1"/>
                </a:solidFill>
                <a:latin typeface="Arial Narrow" pitchFamily="34" charset="0"/>
                <a:ea typeface="+mn-ea"/>
                <a:cs typeface="+mn-cs"/>
              </a:defRPr>
            </a:lvl2pPr>
            <a:lvl3pPr marL="914400" indent="0" algn="l" defTabSz="1085850" rtl="0" eaLnBrk="1" latinLnBrk="0" hangingPunct="1">
              <a:spcBef>
                <a:spcPts val="0"/>
              </a:spcBef>
              <a:spcAft>
                <a:spcPts val="200"/>
              </a:spcAft>
              <a:buFont typeface="Arial" pitchFamily="34" charset="0"/>
              <a:buNone/>
              <a:defRPr sz="1600" kern="1200">
                <a:solidFill>
                  <a:schemeClr val="bg1"/>
                </a:solidFill>
                <a:latin typeface="Arial Narrow" pitchFamily="34" charset="0"/>
                <a:ea typeface="+mn-ea"/>
                <a:cs typeface="+mn-cs"/>
              </a:defRPr>
            </a:lvl3pPr>
            <a:lvl4pPr marL="1371600" indent="0" algn="l" defTabSz="914400" rtl="0" eaLnBrk="1" latinLnBrk="0" hangingPunct="1">
              <a:spcBef>
                <a:spcPct val="20000"/>
              </a:spcBef>
              <a:buFont typeface="Arial" pitchFamily="34" charset="0"/>
              <a:buNone/>
              <a:defRPr sz="1400" kern="1200">
                <a:solidFill>
                  <a:schemeClr val="bg1"/>
                </a:solidFill>
                <a:latin typeface="+mn-lt"/>
                <a:ea typeface="+mn-ea"/>
                <a:cs typeface="+mn-cs"/>
              </a:defRPr>
            </a:lvl4pPr>
            <a:lvl5pPr marL="1828800" indent="0" algn="l" defTabSz="914400" rtl="0" eaLnBrk="1" latinLnBrk="0" hangingPunct="1">
              <a:spcBef>
                <a:spcPct val="20000"/>
              </a:spcBef>
              <a:buFont typeface="Arial" pitchFamily="34" charset="0"/>
              <a:buNone/>
              <a:defRPr sz="14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effectLst/>
              <a:latin typeface="+mn-lt"/>
            </a:endParaRPr>
          </a:p>
        </p:txBody>
      </p:sp>
      <p:sp>
        <p:nvSpPr>
          <p:cNvPr id="8" name="Text Placeholder 6"/>
          <p:cNvSpPr txBox="1">
            <a:spLocks/>
          </p:cNvSpPr>
          <p:nvPr/>
        </p:nvSpPr>
        <p:spPr>
          <a:xfrm>
            <a:off x="426478" y="5228122"/>
            <a:ext cx="840000" cy="540000"/>
          </a:xfrm>
          <a:prstGeom prst="rect">
            <a:avLst/>
          </a:prstGeom>
          <a:blipFill>
            <a:blip r:embed="rId2"/>
            <a:stretch>
              <a:fillRect/>
            </a:stretch>
          </a:blipFill>
          <a:ln>
            <a:noFill/>
          </a:ln>
        </p:spPr>
        <p:txBody>
          <a:bodyPr vert="horz" lIns="0" tIns="0" rIns="0" bIns="0" rtlCol="0">
            <a:noAutofit/>
          </a:bodyPr>
          <a:lstStyle>
            <a:lvl1pPr marL="0" indent="0" algn="l" defTabSz="914400" rtl="0" eaLnBrk="1" latinLnBrk="0" hangingPunct="1">
              <a:spcBef>
                <a:spcPts val="1800"/>
              </a:spcBef>
              <a:buClr>
                <a:schemeClr val="bg2"/>
              </a:buClr>
              <a:buFont typeface="Arial" pitchFamily="34" charset="0"/>
              <a:buNone/>
              <a:defRPr sz="1500" kern="1200">
                <a:solidFill>
                  <a:schemeClr val="bg1"/>
                </a:solidFill>
                <a:effectLst>
                  <a:outerShdw blurRad="38100" dist="38100" dir="2700000" algn="tl">
                    <a:srgbClr val="000000">
                      <a:alpha val="43137"/>
                    </a:srgbClr>
                  </a:outerShdw>
                </a:effectLst>
                <a:latin typeface="Arial Narrow" pitchFamily="34" charset="0"/>
                <a:ea typeface="+mn-ea"/>
                <a:cs typeface="+mn-cs"/>
              </a:defRPr>
            </a:lvl1pPr>
            <a:lvl2pPr marL="455613" indent="0" algn="l" defTabSz="914400" rtl="0" eaLnBrk="1" latinLnBrk="0" hangingPunct="1">
              <a:spcBef>
                <a:spcPts val="0"/>
              </a:spcBef>
              <a:spcAft>
                <a:spcPts val="200"/>
              </a:spcAft>
              <a:buFont typeface="Arial" pitchFamily="34" charset="0"/>
              <a:buNone/>
              <a:defRPr sz="1800" kern="1200">
                <a:solidFill>
                  <a:schemeClr val="bg1"/>
                </a:solidFill>
                <a:latin typeface="Arial Narrow" pitchFamily="34" charset="0"/>
                <a:ea typeface="+mn-ea"/>
                <a:cs typeface="+mn-cs"/>
              </a:defRPr>
            </a:lvl2pPr>
            <a:lvl3pPr marL="914400" indent="0" algn="l" defTabSz="1085850" rtl="0" eaLnBrk="1" latinLnBrk="0" hangingPunct="1">
              <a:spcBef>
                <a:spcPts val="0"/>
              </a:spcBef>
              <a:spcAft>
                <a:spcPts val="200"/>
              </a:spcAft>
              <a:buFont typeface="Arial" pitchFamily="34" charset="0"/>
              <a:buNone/>
              <a:defRPr sz="1600" kern="1200">
                <a:solidFill>
                  <a:schemeClr val="bg1"/>
                </a:solidFill>
                <a:latin typeface="Arial Narrow" pitchFamily="34" charset="0"/>
                <a:ea typeface="+mn-ea"/>
                <a:cs typeface="+mn-cs"/>
              </a:defRPr>
            </a:lvl3pPr>
            <a:lvl4pPr marL="1371600" indent="0" algn="l" defTabSz="914400" rtl="0" eaLnBrk="1" latinLnBrk="0" hangingPunct="1">
              <a:spcBef>
                <a:spcPct val="20000"/>
              </a:spcBef>
              <a:buFont typeface="Arial" pitchFamily="34" charset="0"/>
              <a:buNone/>
              <a:defRPr sz="1400" kern="1200">
                <a:solidFill>
                  <a:schemeClr val="bg1"/>
                </a:solidFill>
                <a:latin typeface="+mn-lt"/>
                <a:ea typeface="+mn-ea"/>
                <a:cs typeface="+mn-cs"/>
              </a:defRPr>
            </a:lvl4pPr>
            <a:lvl5pPr marL="1828800" indent="0" algn="l" defTabSz="914400" rtl="0" eaLnBrk="1" latinLnBrk="0" hangingPunct="1">
              <a:spcBef>
                <a:spcPct val="20000"/>
              </a:spcBef>
              <a:buFont typeface="Arial" pitchFamily="34" charset="0"/>
              <a:buNone/>
              <a:defRPr sz="14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a:effectLst/>
                <a:latin typeface="+mn-lt"/>
                <a:ea typeface="微軟正黑體" pitchFamily="34" charset="-120"/>
              </a:rPr>
              <a:t> </a:t>
            </a:r>
            <a:endParaRPr lang="en-US" dirty="0">
              <a:effectLst/>
              <a:latin typeface="+mn-lt"/>
            </a:endParaRPr>
          </a:p>
        </p:txBody>
      </p:sp>
    </p:spTree>
    <p:extLst>
      <p:ext uri="{BB962C8B-B14F-4D97-AF65-F5344CB8AC3E}">
        <p14:creationId xmlns:p14="http://schemas.microsoft.com/office/powerpoint/2010/main" val="1479806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sz="half" idx="2"/>
          </p:nvPr>
        </p:nvSpPr>
        <p:spPr/>
        <p:txBody>
          <a:bodyPr/>
          <a:lstStyle/>
          <a:p>
            <a:r>
              <a:rPr lang="en-US" altLang="zh-TW" dirty="0">
                <a:hlinkClick r:id="rId3" action="ppaction://hlinksldjump"/>
              </a:rPr>
              <a:t>General Information</a:t>
            </a:r>
            <a:endParaRPr lang="en-US" altLang="zh-TW" dirty="0"/>
          </a:p>
          <a:p>
            <a:r>
              <a:rPr lang="en-US" altLang="zh-TW" dirty="0">
                <a:hlinkClick r:id="rId4" action="ppaction://hlinksldjump"/>
              </a:rPr>
              <a:t>Analysis Summary</a:t>
            </a:r>
            <a:endParaRPr lang="en-US" altLang="zh-TW" dirty="0"/>
          </a:p>
          <a:p>
            <a:r>
              <a:rPr lang="en-US" altLang="zh-TW" dirty="0">
                <a:hlinkClick r:id="rId5" action="ppaction://hlinksldjump"/>
              </a:rPr>
              <a:t>Result Advisor</a:t>
            </a:r>
            <a:endParaRPr lang="en-US" altLang="zh-TW" dirty="0"/>
          </a:p>
          <a:p>
            <a:r>
              <a:rPr lang="en-US" altLang="zh-TW" dirty="0">
                <a:hlinkClick r:id="" action="ppaction://noaction"/>
              </a:rPr>
              <a:t>Analysis Conclusions and Recommendations</a:t>
            </a:r>
            <a:endParaRPr lang="en-US" dirty="0"/>
          </a:p>
        </p:txBody>
      </p:sp>
      <p:sp>
        <p:nvSpPr>
          <p:cNvPr id="2" name="Title 1"/>
          <p:cNvSpPr>
            <a:spLocks noGrp="1"/>
          </p:cNvSpPr>
          <p:nvPr>
            <p:ph type="title"/>
          </p:nvPr>
        </p:nvSpPr>
        <p:spPr/>
        <p:txBody>
          <a:bodyPr/>
          <a:lstStyle/>
          <a:p>
            <a:r>
              <a:rPr lang="en-US" dirty="0"/>
              <a:t>Table of Contents</a:t>
            </a:r>
          </a:p>
        </p:txBody>
      </p:sp>
    </p:spTree>
    <p:extLst>
      <p:ext uri="{BB962C8B-B14F-4D97-AF65-F5344CB8AC3E}">
        <p14:creationId xmlns:p14="http://schemas.microsoft.com/office/powerpoint/2010/main" val="69859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General Information</a:t>
            </a:r>
            <a:endParaRPr lang="en-US" dirty="0"/>
          </a:p>
        </p:txBody>
      </p:sp>
    </p:spTree>
    <p:extLst>
      <p:ext uri="{BB962C8B-B14F-4D97-AF65-F5344CB8AC3E}">
        <p14:creationId xmlns:p14="http://schemas.microsoft.com/office/powerpoint/2010/main" val="719151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20"/>
          <p:cNvGraphicFramePr>
            <a:graphicFrameLocks noGrp="1"/>
          </p:cNvGraphicFramePr>
          <p:nvPr>
            <p:ph idx="1"/>
            <p:extLst>
              <p:ext uri="{D42A27DB-BD31-4B8C-83A1-F6EECF244321}">
                <p14:modId xmlns:p14="http://schemas.microsoft.com/office/powerpoint/2010/main" val="1893921119"/>
              </p:ext>
            </p:extLst>
          </p:nvPr>
        </p:nvGraphicFramePr>
        <p:xfrm>
          <a:off x="292099" y="1381125"/>
          <a:ext cx="11598843" cy="4079240"/>
        </p:xfrm>
        <a:graphic>
          <a:graphicData uri="http://schemas.openxmlformats.org/drawingml/2006/table">
            <a:tbl>
              <a:tblPr firstRow="1" bandRow="1">
                <a:tableStyleId>{5C22544A-7EE6-4342-B048-85BDC9FD1C3A}</a:tableStyleId>
              </a:tblPr>
              <a:tblGrid>
                <a:gridCol w="6513956">
                  <a:extLst>
                    <a:ext uri="{9D8B030D-6E8A-4147-A177-3AD203B41FA5}">
                      <a16:colId xmlns:a16="http://schemas.microsoft.com/office/drawing/2014/main" val="20000"/>
                    </a:ext>
                  </a:extLst>
                </a:gridCol>
                <a:gridCol w="5084887">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altLang="zh-TW" sz="1400" b="1" kern="1200" baseline="0" dirty="0">
                          <a:solidFill>
                            <a:schemeClr val="lt1"/>
                          </a:solidFill>
                          <a:latin typeface="+mn-lt"/>
                          <a:ea typeface="+mn-ea"/>
                          <a:cs typeface="+mn-cs"/>
                        </a:rPr>
                        <a:t>Item Name</a:t>
                      </a:r>
                      <a:endParaRPr lang="zh-TW" altLang="en-US" sz="1400" b="1" kern="1200" dirty="0">
                        <a:solidFill>
                          <a:schemeClr val="lt1"/>
                        </a:solidFill>
                        <a:latin typeface="+mn-lt"/>
                        <a:ea typeface="+mn-ea"/>
                        <a:cs typeface="+mn-cs"/>
                      </a:endParaRPr>
                    </a:p>
                  </a:txBody>
                  <a:tcPr marL="228809" marR="228809"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kern="1200" baseline="0" dirty="0">
                          <a:solidFill>
                            <a:schemeClr val="lt1"/>
                          </a:solidFill>
                          <a:latin typeface="+mn-lt"/>
                          <a:ea typeface="+mn-ea"/>
                          <a:cs typeface="+mn-cs"/>
                        </a:rPr>
                        <a:t>Item Data</a:t>
                      </a:r>
                      <a:endParaRPr lang="zh-TW" altLang="en-US" sz="1400" b="1" kern="1200" dirty="0">
                        <a:solidFill>
                          <a:schemeClr val="lt1"/>
                        </a:solidFill>
                        <a:latin typeface="+mn-lt"/>
                        <a:ea typeface="+mn-ea"/>
                        <a:cs typeface="+mn-cs"/>
                      </a:endParaRPr>
                    </a:p>
                  </a:txBody>
                  <a:tcPr marL="228809" marR="228809"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Mesh type</a:t>
                      </a:r>
                      <a:endParaRPr lang="zh-TW" altLang="en-US" sz="1400" kern="1200" dirty="0">
                        <a:solidFill>
                          <a:schemeClr val="dk1"/>
                        </a:solidFill>
                        <a:latin typeface="+mn-lt"/>
                        <a:ea typeface="+mn-ea"/>
                        <a:cs typeface="+mn-cs"/>
                      </a:endParaRPr>
                    </a:p>
                  </a:txBody>
                  <a:tcPr marL="228809" marR="228809" anchor="ct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Coarse</a:t>
                      </a:r>
                      <a:endParaRPr lang="zh-TW" altLang="en-US" sz="1400" kern="1200" dirty="0">
                        <a:solidFill>
                          <a:schemeClr val="dk1"/>
                        </a:solidFill>
                        <a:latin typeface="+mn-lt"/>
                        <a:ea typeface="+mn-ea"/>
                        <a:cs typeface="+mn-cs"/>
                      </a:endParaRPr>
                    </a:p>
                  </a:txBody>
                  <a:tcPr marL="228809" marR="228809" anchor="ct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Part dimension</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47.95x231.59x210.00 mm</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Mold dimension</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47.95x231.59x220.00 mm</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Cavity (Part) volume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108107148.438 mm^3</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Number of elements</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310517</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Number of part elements</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310517</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Number of nodes</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175809</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
        <p:nvSpPr>
          <p:cNvPr id="13" name="Title 8"/>
          <p:cNvSpPr>
            <a:spLocks noGrp="1"/>
          </p:cNvSpPr>
          <p:nvPr>
            <p:ph type="title"/>
          </p:nvPr>
        </p:nvSpPr>
        <p:spPr>
          <a:xfrm>
            <a:off x="288134" y="151088"/>
            <a:ext cx="10149408" cy="457200"/>
          </a:xfrm>
        </p:spPr>
        <p:txBody>
          <a:bodyPr/>
          <a:lstStyle/>
          <a:p>
            <a:r>
              <a:rPr lang="en-US" dirty="0"/>
              <a:t>Summary – Mesh</a:t>
            </a:r>
          </a:p>
        </p:txBody>
      </p:sp>
      <p:sp>
        <p:nvSpPr>
          <p:cNvPr id="14" name="Footer Placeholder 15"/>
          <p:cNvSpPr>
            <a:spLocks noGrp="1"/>
          </p:cNvSpPr>
          <p:nvPr>
            <p:ph type="ftr" sz="quarter" idx="3"/>
          </p:nvPr>
        </p:nvSpPr>
        <p:spPr>
          <a:xfrm>
            <a:off x="3096768" y="6711696"/>
            <a:ext cx="5998464" cy="109728"/>
          </a:xfrm>
        </p:spPr>
        <p:txBody>
          <a:bodyPr/>
          <a:lstStyle/>
          <a:p>
            <a:endParaRPr lang="en-US" dirty="0"/>
          </a:p>
        </p:txBody>
      </p:sp>
    </p:spTree>
    <p:extLst>
      <p:ext uri="{BB962C8B-B14F-4D97-AF65-F5344CB8AC3E}">
        <p14:creationId xmlns:p14="http://schemas.microsoft.com/office/powerpoint/2010/main" val="415446494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20"/>
          <p:cNvGraphicFramePr>
            <a:graphicFrameLocks noGrp="1"/>
          </p:cNvGraphicFramePr>
          <p:nvPr>
            <p:ph idx="1"/>
            <p:extLst>
              <p:ext uri="{D42A27DB-BD31-4B8C-83A1-F6EECF244321}">
                <p14:modId xmlns:p14="http://schemas.microsoft.com/office/powerpoint/2010/main" val="2182248339"/>
              </p:ext>
            </p:extLst>
          </p:nvPr>
        </p:nvGraphicFramePr>
        <p:xfrm>
          <a:off x="292099" y="1381125"/>
          <a:ext cx="11598843" cy="3708400"/>
        </p:xfrm>
        <a:graphic>
          <a:graphicData uri="http://schemas.openxmlformats.org/drawingml/2006/table">
            <a:tbl>
              <a:tblPr firstRow="1" bandRow="1">
                <a:tableStyleId>{5C22544A-7EE6-4342-B048-85BDC9FD1C3A}</a:tableStyleId>
              </a:tblPr>
              <a:tblGrid>
                <a:gridCol w="6513956">
                  <a:extLst>
                    <a:ext uri="{9D8B030D-6E8A-4147-A177-3AD203B41FA5}">
                      <a16:colId xmlns:a16="http://schemas.microsoft.com/office/drawing/2014/main" val="20000"/>
                    </a:ext>
                  </a:extLst>
                </a:gridCol>
                <a:gridCol w="5084887">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altLang="zh-TW" sz="1400" b="1" kern="1200" baseline="0" dirty="0">
                          <a:solidFill>
                            <a:schemeClr val="lt1"/>
                          </a:solidFill>
                          <a:latin typeface="+mn-lt"/>
                          <a:ea typeface="+mn-ea"/>
                          <a:cs typeface="+mn-cs"/>
                        </a:rPr>
                        <a:t>Item Name</a:t>
                      </a:r>
                      <a:endParaRPr lang="zh-TW" altLang="en-US" sz="1400" b="1" kern="1200" dirty="0">
                        <a:solidFill>
                          <a:schemeClr val="lt1"/>
                        </a:solidFill>
                        <a:latin typeface="+mn-lt"/>
                        <a:ea typeface="+mn-ea"/>
                        <a:cs typeface="+mn-cs"/>
                      </a:endParaRPr>
                    </a:p>
                  </a:txBody>
                  <a:tcPr marL="228809" marR="228809"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kern="1200" baseline="0" dirty="0">
                          <a:solidFill>
                            <a:schemeClr val="lt1"/>
                          </a:solidFill>
                          <a:latin typeface="+mn-lt"/>
                          <a:ea typeface="+mn-ea"/>
                          <a:cs typeface="+mn-cs"/>
                        </a:rPr>
                        <a:t>Item Data</a:t>
                      </a:r>
                      <a:endParaRPr lang="zh-TW" altLang="en-US" sz="1400" b="1" kern="1200" dirty="0">
                        <a:solidFill>
                          <a:schemeClr val="lt1"/>
                        </a:solidFill>
                        <a:latin typeface="+mn-lt"/>
                        <a:ea typeface="+mn-ea"/>
                        <a:cs typeface="+mn-cs"/>
                      </a:endParaRPr>
                    </a:p>
                  </a:txBody>
                  <a:tcPr marL="228809" marR="228809"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Polymer</a:t>
                      </a:r>
                      <a:r>
                        <a:rPr lang="en-US" altLang="zh-TW" sz="1400" kern="1200" baseline="0" dirty="0">
                          <a:solidFill>
                            <a:schemeClr val="dk1"/>
                          </a:solidFill>
                          <a:latin typeface="+mn-lt"/>
                          <a:ea typeface="+mn-ea"/>
                          <a:cs typeface="+mn-cs"/>
                        </a:rPr>
                        <a:t> </a:t>
                      </a:r>
                      <a:r>
                        <a:rPr lang="en-US" altLang="zh-TW" sz="1400" kern="1200" dirty="0">
                          <a:solidFill>
                            <a:schemeClr val="dk1"/>
                          </a:solidFill>
                          <a:latin typeface="+mn-lt"/>
                          <a:ea typeface="+mn-ea"/>
                          <a:cs typeface="+mn-cs"/>
                        </a:rPr>
                        <a:t>type</a:t>
                      </a:r>
                      <a:endParaRPr lang="zh-TW" altLang="en-US" sz="1400" kern="1200" dirty="0">
                        <a:solidFill>
                          <a:schemeClr val="dk1"/>
                        </a:solidFill>
                        <a:latin typeface="+mn-lt"/>
                        <a:ea typeface="+mn-ea"/>
                        <a:cs typeface="+mn-cs"/>
                      </a:endParaRPr>
                    </a:p>
                  </a:txBody>
                  <a:tcPr marL="228809" marR="228809" anchor="ct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PC+ABS</a:t>
                      </a:r>
                      <a:endParaRPr lang="zh-TW" altLang="en-US" sz="1400" kern="1200" dirty="0">
                        <a:solidFill>
                          <a:schemeClr val="dk1"/>
                        </a:solidFill>
                        <a:latin typeface="+mn-lt"/>
                        <a:ea typeface="+mn-ea"/>
                        <a:cs typeface="+mn-cs"/>
                      </a:endParaRPr>
                    </a:p>
                  </a:txBody>
                  <a:tcPr marL="228809" marR="228809" anchor="ct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Grade name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BAYBLEND FR 3010</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Producer</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Covestro</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Melt flow index</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Unavailable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Fiber percent</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kern="1200">
                          <a:solidFill>
                            <a:schemeClr val="dk1"/>
                          </a:solidFill>
                          <a:latin typeface="+mn-lt"/>
                          <a:ea typeface="+mn-ea"/>
                          <a:cs typeface="+mn-cs"/>
                        </a:rPr>
                        <a:t>0.00 %</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Melt temperature range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240 ~ 270 °C</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Mold temperature range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 60 ~  80 °C</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Ejection temperature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110 °C</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Freeze temperature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130 °C</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
        <p:nvSpPr>
          <p:cNvPr id="13" name="Title 8"/>
          <p:cNvSpPr>
            <a:spLocks noGrp="1"/>
          </p:cNvSpPr>
          <p:nvPr>
            <p:ph type="title"/>
          </p:nvPr>
        </p:nvSpPr>
        <p:spPr>
          <a:xfrm>
            <a:off x="288134" y="151088"/>
            <a:ext cx="10149408" cy="457200"/>
          </a:xfrm>
        </p:spPr>
        <p:txBody>
          <a:bodyPr/>
          <a:lstStyle/>
          <a:p>
            <a:r>
              <a:rPr lang="en-US" dirty="0"/>
              <a:t>Summary – Material</a:t>
            </a:r>
          </a:p>
        </p:txBody>
      </p:sp>
      <p:sp>
        <p:nvSpPr>
          <p:cNvPr id="14" name="Footer Placeholder 15"/>
          <p:cNvSpPr>
            <a:spLocks noGrp="1"/>
          </p:cNvSpPr>
          <p:nvPr>
            <p:ph type="ftr" sz="quarter" idx="3"/>
          </p:nvPr>
        </p:nvSpPr>
        <p:spPr>
          <a:xfrm>
            <a:off x="3096768" y="6711696"/>
            <a:ext cx="5998464" cy="109728"/>
          </a:xfrm>
        </p:spPr>
        <p:txBody>
          <a:bodyPr/>
          <a:lstStyle/>
          <a:p>
            <a:endParaRPr lang="en-US" dirty="0"/>
          </a:p>
        </p:txBody>
      </p:sp>
    </p:spTree>
    <p:extLst>
      <p:ext uri="{BB962C8B-B14F-4D97-AF65-F5344CB8AC3E}">
        <p14:creationId xmlns:p14="http://schemas.microsoft.com/office/powerpoint/2010/main" val="413070305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20"/>
          <p:cNvGraphicFramePr>
            <a:graphicFrameLocks noGrp="1"/>
          </p:cNvGraphicFramePr>
          <p:nvPr>
            <p:ph idx="1"/>
            <p:extLst>
              <p:ext uri="{D42A27DB-BD31-4B8C-83A1-F6EECF244321}">
                <p14:modId xmlns:p14="http://schemas.microsoft.com/office/powerpoint/2010/main" val="2591444630"/>
              </p:ext>
            </p:extLst>
          </p:nvPr>
        </p:nvGraphicFramePr>
        <p:xfrm>
          <a:off x="292099" y="1381127"/>
          <a:ext cx="11598843" cy="3394075"/>
        </p:xfrm>
        <a:graphic>
          <a:graphicData uri="http://schemas.openxmlformats.org/drawingml/2006/table">
            <a:tbl>
              <a:tblPr firstRow="1" bandRow="1">
                <a:tableStyleId>{5C22544A-7EE6-4342-B048-85BDC9FD1C3A}</a:tableStyleId>
              </a:tblPr>
              <a:tblGrid>
                <a:gridCol w="6513956">
                  <a:extLst>
                    <a:ext uri="{9D8B030D-6E8A-4147-A177-3AD203B41FA5}">
                      <a16:colId xmlns:a16="http://schemas.microsoft.com/office/drawing/2014/main" val="20000"/>
                    </a:ext>
                  </a:extLst>
                </a:gridCol>
                <a:gridCol w="5084887">
                  <a:extLst>
                    <a:ext uri="{9D8B030D-6E8A-4147-A177-3AD203B41FA5}">
                      <a16:colId xmlns:a16="http://schemas.microsoft.com/office/drawing/2014/main" val="20001"/>
                    </a:ext>
                  </a:extLst>
                </a:gridCol>
              </a:tblGrid>
              <a:tr h="370840">
                <a:tc>
                  <a:txBody>
                    <a:bodyPr/>
                    <a:lstStyle/>
                    <a:p>
                      <a:pPr marL="0" algn="l" defTabSz="914400" rtl="0" eaLnBrk="1" latinLnBrk="0" hangingPunct="1"/>
                      <a:r>
                        <a:rPr lang="en-US" altLang="zh-TW" sz="1400" b="1" kern="1200" baseline="0" dirty="0">
                          <a:solidFill>
                            <a:schemeClr val="lt1"/>
                          </a:solidFill>
                          <a:latin typeface="+mn-lt"/>
                          <a:ea typeface="+mn-ea"/>
                          <a:cs typeface="+mn-cs"/>
                        </a:rPr>
                        <a:t>Item Name</a:t>
                      </a:r>
                      <a:endParaRPr lang="zh-TW" altLang="en-US" sz="1400" b="1" kern="1200" dirty="0">
                        <a:solidFill>
                          <a:schemeClr val="lt1"/>
                        </a:solidFill>
                        <a:latin typeface="+mn-lt"/>
                        <a:ea typeface="+mn-ea"/>
                        <a:cs typeface="+mn-cs"/>
                      </a:endParaRPr>
                    </a:p>
                  </a:txBody>
                  <a:tcPr marL="228809" marR="228809"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400" b="1" kern="1200" baseline="0" dirty="0">
                          <a:solidFill>
                            <a:schemeClr val="lt1"/>
                          </a:solidFill>
                          <a:latin typeface="+mn-lt"/>
                          <a:ea typeface="+mn-ea"/>
                          <a:cs typeface="+mn-cs"/>
                        </a:rPr>
                        <a:t>Item Data</a:t>
                      </a:r>
                      <a:endParaRPr lang="zh-TW" altLang="en-US" sz="1400" b="1" kern="1200" dirty="0">
                        <a:solidFill>
                          <a:schemeClr val="lt1"/>
                        </a:solidFill>
                        <a:latin typeface="+mn-lt"/>
                        <a:ea typeface="+mn-ea"/>
                        <a:cs typeface="+mn-cs"/>
                      </a:endParaRPr>
                    </a:p>
                  </a:txBody>
                  <a:tcPr marL="228809" marR="228809"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Filling time</a:t>
                      </a:r>
                      <a:endParaRPr lang="zh-TW" altLang="en-US" sz="1400" kern="1200" dirty="0">
                        <a:solidFill>
                          <a:schemeClr val="dk1"/>
                        </a:solidFill>
                        <a:latin typeface="+mn-lt"/>
                        <a:ea typeface="+mn-ea"/>
                        <a:cs typeface="+mn-cs"/>
                      </a:endParaRPr>
                    </a:p>
                  </a:txBody>
                  <a:tcPr marL="228809" marR="228809" anchor="ct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2.440 sec</a:t>
                      </a:r>
                      <a:endParaRPr lang="zh-TW" altLang="en-US" sz="1400" kern="1200" dirty="0">
                        <a:solidFill>
                          <a:schemeClr val="dk1"/>
                        </a:solidFill>
                        <a:latin typeface="+mn-lt"/>
                        <a:ea typeface="+mn-ea"/>
                        <a:cs typeface="+mn-cs"/>
                      </a:endParaRPr>
                    </a:p>
                  </a:txBody>
                  <a:tcPr marL="228809" marR="228809" anchor="ct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Melt temperature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290.000 °C</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Mold temperature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70.000 °C</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Maximum</a:t>
                      </a:r>
                      <a:r>
                        <a:rPr lang="en-US" altLang="zh-TW" sz="1400" kern="1200" baseline="0" dirty="0">
                          <a:solidFill>
                            <a:schemeClr val="dk1"/>
                          </a:solidFill>
                          <a:latin typeface="+mn-lt"/>
                          <a:ea typeface="+mn-ea"/>
                          <a:cs typeface="+mn-cs"/>
                        </a:rPr>
                        <a:t> machine pressure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155.000 Mpa</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27355">
                <a:tc>
                  <a:txBody>
                    <a:bodyPr/>
                    <a:lstStyle/>
                    <a:p>
                      <a:pPr marL="0" algn="l" defTabSz="914400" rtl="0" eaLnBrk="1" latinLnBrk="0" hangingPunct="1"/>
                      <a:r>
                        <a:rPr lang="en-US" altLang="zh-TW" sz="1400" kern="1200" dirty="0">
                          <a:solidFill>
                            <a:schemeClr val="dk1"/>
                          </a:solidFill>
                          <a:latin typeface="+mn-lt"/>
                          <a:ea typeface="+mn-ea"/>
                          <a:cs typeface="+mn-cs"/>
                        </a:rPr>
                        <a:t>Packing time</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6.600 sec</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marL="0" algn="l" defTabSz="914400" rtl="0" eaLnBrk="1" latinLnBrk="0" hangingPunct="1"/>
                      <a:r>
                        <a:rPr lang="en-US" altLang="zh-TW" sz="1400" kern="1200" dirty="0">
                          <a:solidFill>
                            <a:schemeClr val="dk1"/>
                          </a:solidFill>
                          <a:latin typeface="+mn-lt"/>
                          <a:ea typeface="+mn-ea"/>
                          <a:cs typeface="+mn-cs"/>
                        </a:rPr>
                        <a:t>VP switch by filled volume (%)</a:t>
                      </a:r>
                      <a:r>
                        <a:rPr lang="en-US" altLang="zh-TW" sz="1400" kern="1200" baseline="0" dirty="0">
                          <a:solidFill>
                            <a:schemeClr val="dk1"/>
                          </a:solidFill>
                          <a:latin typeface="+mn-lt"/>
                          <a:ea typeface="+mn-ea"/>
                          <a:cs typeface="+mn-cs"/>
                        </a:rPr>
                        <a:t> </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r>
                        <a:rPr lang="en-US" altLang="zh-TW" sz="1400" kern="1200">
                          <a:solidFill>
                            <a:schemeClr val="dk1"/>
                          </a:solidFill>
                          <a:latin typeface="+mn-lt"/>
                          <a:ea typeface="+mn-ea"/>
                          <a:cs typeface="+mn-cs"/>
                        </a:rPr>
                        <a:t>98.000 %</a:t>
                      </a:r>
                      <a:endParaRPr lang="zh-TW" altLang="en-US" sz="1400" kern="1200" dirty="0">
                        <a:solidFill>
                          <a:schemeClr val="dk1"/>
                        </a:solidFill>
                        <a:latin typeface="+mn-lt"/>
                        <a:ea typeface="+mn-ea"/>
                        <a:cs typeface="+mn-cs"/>
                      </a:endParaRPr>
                    </a:p>
                  </a:txBody>
                  <a:tcPr marL="228809" marR="228809"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13" name="Title 8"/>
          <p:cNvSpPr>
            <a:spLocks noGrp="1"/>
          </p:cNvSpPr>
          <p:nvPr>
            <p:ph type="title"/>
          </p:nvPr>
        </p:nvSpPr>
        <p:spPr>
          <a:xfrm>
            <a:off x="288134" y="151088"/>
            <a:ext cx="10149408" cy="457200"/>
          </a:xfrm>
        </p:spPr>
        <p:txBody>
          <a:bodyPr/>
          <a:lstStyle/>
          <a:p>
            <a:r>
              <a:rPr lang="en-US" dirty="0"/>
              <a:t>Summary – Process</a:t>
            </a:r>
          </a:p>
        </p:txBody>
      </p:sp>
      <p:sp>
        <p:nvSpPr>
          <p:cNvPr id="14" name="Footer Placeholder 15"/>
          <p:cNvSpPr>
            <a:spLocks noGrp="1"/>
          </p:cNvSpPr>
          <p:nvPr>
            <p:ph type="ftr" sz="quarter" idx="3"/>
          </p:nvPr>
        </p:nvSpPr>
        <p:spPr>
          <a:xfrm>
            <a:off x="3096768" y="6711696"/>
            <a:ext cx="5998464" cy="109728"/>
          </a:xfrm>
        </p:spPr>
        <p:txBody>
          <a:bodyPr/>
          <a:lstStyle/>
          <a:p>
            <a:endParaRPr lang="en-US" dirty="0"/>
          </a:p>
        </p:txBody>
      </p:sp>
    </p:spTree>
    <p:extLst>
      <p:ext uri="{BB962C8B-B14F-4D97-AF65-F5344CB8AC3E}">
        <p14:creationId xmlns:p14="http://schemas.microsoft.com/office/powerpoint/2010/main" val="88679619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Analysis Summary</a:t>
            </a:r>
          </a:p>
        </p:txBody>
      </p:sp>
    </p:spTree>
    <p:extLst>
      <p:ext uri="{BB962C8B-B14F-4D97-AF65-F5344CB8AC3E}">
        <p14:creationId xmlns:p14="http://schemas.microsoft.com/office/powerpoint/2010/main" val="494997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8713" y="1058627"/>
            <a:ext cx="3866400" cy="4957200"/>
          </a:xfrm>
          <a:ln>
            <a:noFill/>
          </a:ln>
        </p:spPr>
        <p:txBody>
          <a:bodyPr anchor="t" anchorCtr="0">
            <a:normAutofit/>
          </a:bodyPr>
          <a:lstStyle/>
          <a:p>
            <a:pPr marL="0" indent="0">
              <a:spcBef>
                <a:spcPts val="0"/>
              </a:spcBef>
              <a:buNone/>
            </a:pPr>
            <a:r>
              <a:rPr lang="en-US" altLang="zh-TW" sz="1600" dirty="0">
                <a:solidFill>
                  <a:schemeClr val="tx1"/>
                </a:solidFill>
              </a:rPr>
              <a:t>Melt front advancement is a position indicator as melt front boundary movement in different time duration in the filling process. From the melt front advancement one can:</a:t>
            </a:r>
          </a:p>
          <a:p>
            <a:pPr marL="0" indent="0">
              <a:spcBef>
                <a:spcPts val="0"/>
              </a:spcBef>
              <a:buNone/>
            </a:pPr>
            <a:endParaRPr lang="en-US" altLang="zh-TW" sz="1600" dirty="0">
              <a:solidFill>
                <a:schemeClr val="tx1"/>
              </a:solidFill>
            </a:endParaRPr>
          </a:p>
          <a:p>
            <a:pPr marL="172800" lvl="1" indent="-171450">
              <a:spcAft>
                <a:spcPts val="0"/>
              </a:spcAft>
              <a:buFont typeface="Arial" pitchFamily="34" charset="0"/>
              <a:buChar char="•"/>
            </a:pPr>
            <a:r>
              <a:rPr lang="en-US" altLang="zh-TW" sz="1600" dirty="0"/>
              <a:t>Examine imbalances in the filling pattern of the molding. </a:t>
            </a:r>
          </a:p>
          <a:p>
            <a:pPr marL="172800" lvl="1" indent="-171450">
              <a:spcAft>
                <a:spcPts val="0"/>
              </a:spcAft>
              <a:buFont typeface="Arial" pitchFamily="34" charset="0"/>
              <a:buChar char="•"/>
            </a:pPr>
            <a:endParaRPr lang="en-US" altLang="zh-TW" sz="1600" dirty="0"/>
          </a:p>
          <a:p>
            <a:pPr marL="172800" lvl="1" indent="-171450">
              <a:spcAft>
                <a:spcPts val="0"/>
              </a:spcAft>
              <a:buFont typeface="Arial" pitchFamily="34" charset="0"/>
              <a:buChar char="•"/>
            </a:pPr>
            <a:r>
              <a:rPr lang="en-US" altLang="zh-TW" sz="1600" dirty="0"/>
              <a:t>Check for incomplete filling of cavity or short shot problem.</a:t>
            </a:r>
          </a:p>
          <a:p>
            <a:pPr marL="172800" lvl="1" indent="-171450">
              <a:spcAft>
                <a:spcPts val="0"/>
              </a:spcAft>
              <a:buFont typeface="Arial" pitchFamily="34" charset="0"/>
              <a:buChar char="•"/>
            </a:pPr>
            <a:endParaRPr lang="en-US" altLang="zh-TW" sz="1600" dirty="0"/>
          </a:p>
          <a:p>
            <a:pPr marL="172800" lvl="1" indent="-171450">
              <a:spcAft>
                <a:spcPts val="0"/>
              </a:spcAft>
              <a:buFont typeface="Arial" pitchFamily="34" charset="0"/>
              <a:buChar char="•"/>
            </a:pPr>
            <a:r>
              <a:rPr lang="en-US" altLang="zh-TW" sz="1600" dirty="0"/>
              <a:t>Identify the weld line locations.</a:t>
            </a:r>
          </a:p>
          <a:p>
            <a:pPr marL="172800" lvl="1" indent="-171450">
              <a:spcAft>
                <a:spcPts val="0"/>
              </a:spcAft>
              <a:buFont typeface="Arial" pitchFamily="34" charset="0"/>
              <a:buChar char="•"/>
            </a:pPr>
            <a:endParaRPr lang="en-US" altLang="zh-TW" sz="1600" dirty="0"/>
          </a:p>
          <a:p>
            <a:pPr marL="172800" lvl="1" indent="-171450">
              <a:spcAft>
                <a:spcPts val="0"/>
              </a:spcAft>
              <a:buFont typeface="Arial" pitchFamily="34" charset="0"/>
              <a:buChar char="•"/>
            </a:pPr>
            <a:r>
              <a:rPr lang="en-US" altLang="zh-TW" sz="1600" dirty="0"/>
              <a:t>Identify the air trap locations.</a:t>
            </a:r>
          </a:p>
          <a:p>
            <a:pPr marL="172800" lvl="1" indent="-171450">
              <a:spcAft>
                <a:spcPts val="0"/>
              </a:spcAft>
              <a:buFont typeface="Arial" pitchFamily="34" charset="0"/>
              <a:buChar char="•"/>
            </a:pPr>
            <a:endParaRPr lang="en-US" altLang="zh-TW" sz="1600" dirty="0"/>
          </a:p>
          <a:p>
            <a:pPr marL="172800" lvl="1" indent="-171450">
              <a:spcAft>
                <a:spcPts val="0"/>
              </a:spcAft>
              <a:buFont typeface="Arial" pitchFamily="34" charset="0"/>
              <a:buChar char="•"/>
            </a:pPr>
            <a:r>
              <a:rPr lang="en-US" altLang="zh-TW" sz="1600" dirty="0"/>
              <a:t>Check the flow contribution of each gate for a balanced runner.</a:t>
            </a:r>
          </a:p>
          <a:p>
            <a:pPr marL="172800" lvl="1" indent="-171450">
              <a:spcAft>
                <a:spcPts val="0"/>
              </a:spcAft>
              <a:buFont typeface="Arial" pitchFamily="34" charset="0"/>
              <a:buChar char="•"/>
            </a:pPr>
            <a:endParaRPr lang="en-US" altLang="zh-TW" sz="1600" dirty="0"/>
          </a:p>
          <a:p>
            <a:pPr marL="172800" lvl="1" indent="-171450">
              <a:spcAft>
                <a:spcPts val="0"/>
              </a:spcAft>
              <a:buFont typeface="Arial" pitchFamily="34" charset="0"/>
              <a:buChar char="•"/>
            </a:pPr>
            <a:r>
              <a:rPr lang="en-US" altLang="zh-TW" sz="1600" dirty="0"/>
              <a:t>Check if the gate location is correct to balance the flow and eliminate weld line.</a:t>
            </a:r>
            <a:endParaRPr lang="zh-TW" altLang="en-US" sz="1600" dirty="0"/>
          </a:p>
        </p:txBody>
      </p:sp>
      <p:sp>
        <p:nvSpPr>
          <p:cNvPr id="11266" name="標題 1"/>
          <p:cNvSpPr>
            <a:spLocks noGrp="1"/>
          </p:cNvSpPr>
          <p:nvPr>
            <p:ph type="title"/>
          </p:nvPr>
        </p:nvSpPr>
        <p:spPr/>
        <p:txBody>
          <a:bodyPr>
            <a:normAutofit/>
          </a:bodyPr>
          <a:lstStyle/>
          <a:p>
            <a:r>
              <a:rPr lang="en-US" altLang="zh-TW"/>
              <a:t>Melt Front Time</a:t>
            </a:r>
            <a:endParaRPr lang="zh-TW" altLang="en-US" dirty="0"/>
          </a:p>
        </p:txBody>
      </p:sp>
      <p:sp>
        <p:nvSpPr>
          <p:cNvPr id="13" name="內容版面配置區 12"/>
          <p:cNvSpPr>
            <a:spLocks noGrp="1"/>
          </p:cNvSpPr>
          <p:nvPr>
            <p:ph sz="half" idx="1"/>
          </p:nvPr>
        </p:nvSpPr>
        <p:spPr>
          <a:xfrm>
            <a:off x="4581799" y="1053776"/>
            <a:ext cx="7149600" cy="4957200"/>
          </a:xfrm>
        </p:spPr>
        <p:txBody>
          <a:bodyPr anchor="t" anchorCtr="0"/>
          <a:lstStyle/>
          <a:p>
            <a:pPr>
              <a:buNone/>
            </a:pPr>
            <a:r>
              <a:rPr lang="en-US" altLang="zh-TW" dirty="0"/>
              <a:t>#PNG_MELT_FRONT_TIME</a:t>
            </a:r>
            <a:endParaRPr lang="zh-TW" altLang="en-US" dirty="0"/>
          </a:p>
        </p:txBody>
      </p:sp>
      <p:pic>
        <p:nvPicPr>
          <p:cNvPr id="3" name="Picture 2">
            <a:extLst>
              <a:ext uri="{FF2B5EF4-FFF2-40B4-BE49-F238E27FC236}">
                <a16:creationId xmlns:a16="http://schemas.microsoft.com/office/drawing/2014/main" id="{BB0223F5-0A95-FE2E-3D77-5ACFF51D00D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581799" y="1053776"/>
            <a:ext cx="7149600" cy="4957200"/>
          </a:xfrm>
          <a:prstGeom prst="rect">
            <a:avLst/>
          </a:prstGeom>
        </p:spPr>
      </p:pic>
    </p:spTree>
    <p:extLst>
      <p:ext uri="{BB962C8B-B14F-4D97-AF65-F5344CB8AC3E}">
        <p14:creationId xmlns:p14="http://schemas.microsoft.com/office/powerpoint/2010/main" val="514577174"/>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9579" y="1061415"/>
            <a:ext cx="3866400" cy="4957200"/>
          </a:xfrm>
          <a:ln>
            <a:noFill/>
          </a:ln>
        </p:spPr>
        <p:txBody>
          <a:bodyPr anchor="t" anchorCtr="0">
            <a:normAutofit/>
          </a:bodyPr>
          <a:lstStyle/>
          <a:p>
            <a:pPr marL="0" indent="0">
              <a:spcBef>
                <a:spcPts val="0"/>
              </a:spcBef>
              <a:buNone/>
            </a:pPr>
            <a:r>
              <a:rPr lang="en-US" altLang="zh-TW" dirty="0">
                <a:solidFill>
                  <a:schemeClr val="tx1"/>
                </a:solidFill>
              </a:rPr>
              <a:t>The Yellow or Red regions show the areas where the melt filled with difficulty, which could result in quality related problems.</a:t>
            </a:r>
            <a:endParaRPr lang="zh-TW" altLang="en-US" dirty="0">
              <a:solidFill>
                <a:schemeClr val="tx1"/>
              </a:solidFill>
            </a:endParaRPr>
          </a:p>
        </p:txBody>
      </p:sp>
      <p:sp>
        <p:nvSpPr>
          <p:cNvPr id="11266" name="標題 1"/>
          <p:cNvSpPr>
            <a:spLocks noGrp="1"/>
          </p:cNvSpPr>
          <p:nvPr>
            <p:ph type="title"/>
          </p:nvPr>
        </p:nvSpPr>
        <p:spPr/>
        <p:txBody>
          <a:bodyPr>
            <a:normAutofit/>
          </a:bodyPr>
          <a:lstStyle/>
          <a:p>
            <a:r>
              <a:rPr lang="en-US" altLang="zh-TW"/>
              <a:t>Moldability</a:t>
            </a:r>
            <a:endParaRPr lang="zh-TW" altLang="en-US" dirty="0"/>
          </a:p>
        </p:txBody>
      </p:sp>
      <p:sp>
        <p:nvSpPr>
          <p:cNvPr id="13" name="內容版面配置區 12"/>
          <p:cNvSpPr>
            <a:spLocks noGrp="1"/>
          </p:cNvSpPr>
          <p:nvPr>
            <p:ph sz="half" idx="1"/>
          </p:nvPr>
        </p:nvSpPr>
        <p:spPr>
          <a:xfrm>
            <a:off x="4581569" y="1051312"/>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2013897737"/>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2171" y="1060931"/>
            <a:ext cx="3866400" cy="4957200"/>
          </a:xfrm>
          <a:ln>
            <a:noFill/>
          </a:ln>
        </p:spPr>
        <p:txBody>
          <a:bodyPr anchor="t" anchorCtr="0">
            <a:normAutofit/>
          </a:bodyPr>
          <a:lstStyle/>
          <a:p>
            <a:pPr marL="0" indent="0">
              <a:spcBef>
                <a:spcPts val="0"/>
              </a:spcBef>
              <a:buNone/>
            </a:pPr>
            <a:r>
              <a:rPr lang="en-US" altLang="zh-TW" dirty="0">
                <a:solidFill>
                  <a:schemeClr val="tx1"/>
                </a:solidFill>
              </a:rPr>
              <a:t>Air Trap result shows the possible locations where air trap can occur.</a:t>
            </a:r>
            <a:endParaRPr lang="zh-TW" altLang="en-US" dirty="0">
              <a:solidFill>
                <a:schemeClr val="tx1"/>
              </a:solidFill>
            </a:endParaRPr>
          </a:p>
        </p:txBody>
      </p:sp>
      <p:sp>
        <p:nvSpPr>
          <p:cNvPr id="11266" name="標題 1"/>
          <p:cNvSpPr>
            <a:spLocks noGrp="1"/>
          </p:cNvSpPr>
          <p:nvPr>
            <p:ph type="title"/>
          </p:nvPr>
        </p:nvSpPr>
        <p:spPr/>
        <p:txBody>
          <a:bodyPr>
            <a:normAutofit/>
          </a:bodyPr>
          <a:lstStyle/>
          <a:p>
            <a:r>
              <a:rPr lang="en-US" altLang="zh-TW"/>
              <a:t>Air Trap</a:t>
            </a:r>
            <a:endParaRPr lang="zh-TW" altLang="en-US" dirty="0"/>
          </a:p>
        </p:txBody>
      </p:sp>
      <p:sp>
        <p:nvSpPr>
          <p:cNvPr id="13" name="內容版面配置區 12"/>
          <p:cNvSpPr>
            <a:spLocks noGrp="1"/>
          </p:cNvSpPr>
          <p:nvPr>
            <p:ph sz="half" idx="1"/>
          </p:nvPr>
        </p:nvSpPr>
        <p:spPr>
          <a:xfrm>
            <a:off x="4576953" y="1051692"/>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4285725134"/>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6791" y="1054778"/>
            <a:ext cx="3866400" cy="4957200"/>
          </a:xfrm>
          <a:ln>
            <a:noFill/>
          </a:ln>
        </p:spPr>
        <p:txBody>
          <a:bodyPr anchor="t" anchorCtr="0">
            <a:normAutofit/>
          </a:bodyPr>
          <a:lstStyle/>
          <a:p>
            <a:pPr marL="0" indent="0">
              <a:spcBef>
                <a:spcPts val="0"/>
              </a:spcBef>
              <a:buNone/>
            </a:pPr>
            <a:r>
              <a:rPr lang="en-US" altLang="zh-TW" dirty="0">
                <a:solidFill>
                  <a:schemeClr val="tx1"/>
                </a:solidFill>
              </a:rPr>
              <a:t>Weld Line result shows the weld lines that indicate potential spots of weaker structure. The darker the weld line, the weaker the structure.</a:t>
            </a:r>
            <a:endParaRPr lang="zh-TW" altLang="en-US" dirty="0">
              <a:solidFill>
                <a:schemeClr val="tx1"/>
              </a:solidFill>
            </a:endParaRPr>
          </a:p>
        </p:txBody>
      </p:sp>
      <p:sp>
        <p:nvSpPr>
          <p:cNvPr id="11266" name="標題 1"/>
          <p:cNvSpPr>
            <a:spLocks noGrp="1"/>
          </p:cNvSpPr>
          <p:nvPr>
            <p:ph type="title"/>
          </p:nvPr>
        </p:nvSpPr>
        <p:spPr>
          <a:xfrm>
            <a:off x="406940" y="342466"/>
            <a:ext cx="10259568" cy="344710"/>
          </a:xfrm>
        </p:spPr>
        <p:txBody>
          <a:bodyPr>
            <a:normAutofit/>
          </a:bodyPr>
          <a:lstStyle/>
          <a:p>
            <a:r>
              <a:rPr lang="en-US" altLang="zh-TW"/>
              <a:t>Weld Line</a:t>
            </a:r>
            <a:endParaRPr lang="zh-TW" altLang="en-US" dirty="0"/>
          </a:p>
        </p:txBody>
      </p:sp>
      <p:sp>
        <p:nvSpPr>
          <p:cNvPr id="13" name="內容版面配置區 12"/>
          <p:cNvSpPr>
            <a:spLocks noGrp="1"/>
          </p:cNvSpPr>
          <p:nvPr>
            <p:ph sz="half" idx="1"/>
          </p:nvPr>
        </p:nvSpPr>
        <p:spPr>
          <a:xfrm>
            <a:off x="4583967" y="1054777"/>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1660247104"/>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2939" y="1059396"/>
            <a:ext cx="3866400" cy="4957200"/>
          </a:xfrm>
          <a:ln>
            <a:noFill/>
          </a:ln>
        </p:spPr>
        <p:txBody>
          <a:bodyPr anchor="t" anchorCtr="0">
            <a:normAutofit/>
          </a:bodyPr>
          <a:lstStyle/>
          <a:p>
            <a:pPr marL="0" indent="0">
              <a:spcBef>
                <a:spcPts val="0"/>
              </a:spcBef>
              <a:buFont typeface="Arial" pitchFamily="34" charset="0"/>
              <a:buNone/>
            </a:pPr>
            <a:r>
              <a:rPr lang="en-US" altLang="zh-TW" sz="1600" dirty="0"/>
              <a:t>Pressure result shows the pressure distribution of the plastic at the end of filling. Use the pressure result to analyze the following:</a:t>
            </a:r>
          </a:p>
          <a:p>
            <a:pPr marL="0" indent="0">
              <a:spcBef>
                <a:spcPts val="0"/>
              </a:spcBef>
              <a:buFont typeface="Arial" pitchFamily="34" charset="0"/>
              <a:buNone/>
            </a:pPr>
            <a:endParaRPr lang="en-US" altLang="zh-TW" sz="1600" dirty="0"/>
          </a:p>
          <a:p>
            <a:pPr marL="172800" lvl="1" indent="-171450">
              <a:spcAft>
                <a:spcPts val="0"/>
              </a:spcAft>
              <a:buClr>
                <a:schemeClr val="tx1"/>
              </a:buClr>
              <a:buFont typeface="Arial" pitchFamily="34" charset="0"/>
              <a:buChar char="•"/>
            </a:pPr>
            <a:r>
              <a:rPr lang="en-US" altLang="zh-TW" sz="1600" dirty="0"/>
              <a:t>Check the pressure transmission conditions.</a:t>
            </a:r>
          </a:p>
          <a:p>
            <a:pPr marL="172800" lvl="1" indent="-171450">
              <a:spcAft>
                <a:spcPts val="0"/>
              </a:spcAft>
              <a:buClr>
                <a:schemeClr val="tx1"/>
              </a:buClr>
              <a:buFont typeface="Arial" pitchFamily="34" charset="0"/>
              <a:buChar char="•"/>
            </a:pPr>
            <a:endParaRPr lang="en-US" altLang="zh-TW" sz="1600" dirty="0"/>
          </a:p>
          <a:p>
            <a:pPr marL="172800" lvl="1" indent="-171450">
              <a:spcAft>
                <a:spcPts val="0"/>
              </a:spcAft>
              <a:buClr>
                <a:schemeClr val="tx1"/>
              </a:buClr>
              <a:buFont typeface="Arial" pitchFamily="34" charset="0"/>
              <a:buChar char="•"/>
            </a:pPr>
            <a:r>
              <a:rPr lang="en-US" altLang="zh-TW" sz="1600" dirty="0"/>
              <a:t>Check for drop in pressure in the runner system.</a:t>
            </a:r>
          </a:p>
          <a:p>
            <a:pPr marL="172800" lvl="1" indent="-171450">
              <a:spcAft>
                <a:spcPts val="0"/>
              </a:spcAft>
              <a:buClr>
                <a:schemeClr val="tx1"/>
              </a:buClr>
              <a:buFont typeface="Arial" pitchFamily="34" charset="0"/>
              <a:buChar char="•"/>
            </a:pPr>
            <a:endParaRPr lang="en-US" altLang="zh-TW" sz="1600" dirty="0"/>
          </a:p>
          <a:p>
            <a:pPr marL="172800" lvl="1" indent="-171450">
              <a:spcAft>
                <a:spcPts val="0"/>
              </a:spcAft>
              <a:buClr>
                <a:schemeClr val="tx1"/>
              </a:buClr>
              <a:buFont typeface="Arial" pitchFamily="34" charset="0"/>
              <a:buChar char="•"/>
            </a:pPr>
            <a:r>
              <a:rPr lang="en-US" altLang="zh-TW" sz="1600" dirty="0"/>
              <a:t>Check the mold design for a balanced flow.</a:t>
            </a:r>
          </a:p>
          <a:p>
            <a:pPr marL="172800" lvl="1" indent="-171450">
              <a:spcAft>
                <a:spcPts val="0"/>
              </a:spcAft>
              <a:buClr>
                <a:schemeClr val="tx1"/>
              </a:buClr>
              <a:buFont typeface="Arial" pitchFamily="34" charset="0"/>
              <a:buChar char="•"/>
            </a:pPr>
            <a:endParaRPr lang="en-US" altLang="zh-TW" sz="1600" dirty="0"/>
          </a:p>
          <a:p>
            <a:pPr marL="172800" lvl="1" indent="-171450">
              <a:spcAft>
                <a:spcPts val="0"/>
              </a:spcAft>
              <a:buClr>
                <a:schemeClr val="tx1"/>
              </a:buClr>
              <a:buFont typeface="Arial" pitchFamily="34" charset="0"/>
              <a:buChar char="•"/>
            </a:pPr>
            <a:r>
              <a:rPr lang="en-US" altLang="zh-TW" sz="1600" dirty="0"/>
              <a:t>Check for </a:t>
            </a:r>
            <a:r>
              <a:rPr lang="en-US" altLang="zh-TW" sz="1600" dirty="0" err="1"/>
              <a:t>overpacking</a:t>
            </a:r>
            <a:r>
              <a:rPr lang="en-US" altLang="zh-TW" sz="1600" dirty="0"/>
              <a:t> and flashing of the melt.</a:t>
            </a:r>
          </a:p>
          <a:p>
            <a:pPr marL="172800" lvl="1" indent="-171450">
              <a:spcAft>
                <a:spcPts val="0"/>
              </a:spcAft>
              <a:buClr>
                <a:schemeClr val="tx1"/>
              </a:buClr>
              <a:buFont typeface="Arial" pitchFamily="34" charset="0"/>
              <a:buChar char="•"/>
            </a:pPr>
            <a:endParaRPr lang="en-US" altLang="zh-TW" sz="1600" dirty="0"/>
          </a:p>
          <a:p>
            <a:pPr marL="172800" lvl="1" indent="-171450">
              <a:spcAft>
                <a:spcPts val="0"/>
              </a:spcAft>
              <a:buClr>
                <a:schemeClr val="tx1"/>
              </a:buClr>
              <a:buFont typeface="Arial" pitchFamily="34" charset="0"/>
              <a:buChar char="•"/>
            </a:pPr>
            <a:r>
              <a:rPr lang="en-US" altLang="zh-TW" sz="1600" dirty="0"/>
              <a:t>Examine the extent of packing or holding.</a:t>
            </a:r>
          </a:p>
        </p:txBody>
      </p:sp>
      <p:sp>
        <p:nvSpPr>
          <p:cNvPr id="11266" name="標題 1"/>
          <p:cNvSpPr>
            <a:spLocks noGrp="1"/>
          </p:cNvSpPr>
          <p:nvPr>
            <p:ph type="title"/>
          </p:nvPr>
        </p:nvSpPr>
        <p:spPr/>
        <p:txBody>
          <a:bodyPr>
            <a:normAutofit/>
          </a:bodyPr>
          <a:lstStyle/>
          <a:p>
            <a:r>
              <a:rPr lang="en-US" altLang="zh-TW"/>
              <a:t>Pressure</a:t>
            </a:r>
            <a:endParaRPr lang="zh-TW" altLang="en-US" dirty="0"/>
          </a:p>
        </p:txBody>
      </p:sp>
      <p:sp>
        <p:nvSpPr>
          <p:cNvPr id="13" name="內容版面配置區 12"/>
          <p:cNvSpPr>
            <a:spLocks noGrp="1"/>
          </p:cNvSpPr>
          <p:nvPr>
            <p:ph sz="half" idx="1"/>
          </p:nvPr>
        </p:nvSpPr>
        <p:spPr>
          <a:xfrm>
            <a:off x="4576952" y="1057471"/>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2066523082"/>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3324" y="1060550"/>
            <a:ext cx="3866400" cy="4957200"/>
          </a:xfrm>
          <a:ln>
            <a:noFill/>
          </a:ln>
        </p:spPr>
        <p:txBody>
          <a:bodyPr anchor="t" anchorCtr="0">
            <a:normAutofit/>
          </a:bodyPr>
          <a:lstStyle/>
          <a:p>
            <a:pPr marL="0" indent="0">
              <a:spcBef>
                <a:spcPts val="0"/>
              </a:spcBef>
              <a:buFont typeface="Arial" pitchFamily="34" charset="0"/>
              <a:buNone/>
            </a:pPr>
            <a:r>
              <a:rPr lang="en-US" altLang="zh-TW" dirty="0"/>
              <a:t>Temperature result shows the plastic melt temperature distribution at the end of filling. The temperature distribution shows temperatures in all three dimensions for the fully cavity.</a:t>
            </a:r>
          </a:p>
        </p:txBody>
      </p:sp>
      <p:sp>
        <p:nvSpPr>
          <p:cNvPr id="11266" name="標題 1"/>
          <p:cNvSpPr>
            <a:spLocks noGrp="1"/>
          </p:cNvSpPr>
          <p:nvPr>
            <p:ph type="title"/>
          </p:nvPr>
        </p:nvSpPr>
        <p:spPr/>
        <p:txBody>
          <a:bodyPr>
            <a:normAutofit/>
          </a:bodyPr>
          <a:lstStyle/>
          <a:p>
            <a:r>
              <a:rPr lang="en-US" altLang="zh-TW"/>
              <a:t>Temperature</a:t>
            </a:r>
            <a:endParaRPr lang="zh-TW" altLang="en-US" dirty="0"/>
          </a:p>
        </p:txBody>
      </p:sp>
      <p:sp>
        <p:nvSpPr>
          <p:cNvPr id="13" name="內容版面配置區 12"/>
          <p:cNvSpPr>
            <a:spLocks noGrp="1"/>
          </p:cNvSpPr>
          <p:nvPr>
            <p:ph sz="half" idx="1"/>
          </p:nvPr>
        </p:nvSpPr>
        <p:spPr>
          <a:xfrm>
            <a:off x="4578107" y="1050159"/>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2959097951"/>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2557" y="1062476"/>
            <a:ext cx="3866400" cy="4957200"/>
          </a:xfrm>
          <a:ln>
            <a:noFill/>
          </a:ln>
        </p:spPr>
        <p:txBody>
          <a:bodyPr anchor="t" anchorCtr="0">
            <a:normAutofit/>
          </a:bodyPr>
          <a:lstStyle/>
          <a:p>
            <a:pPr marL="0" indent="0">
              <a:spcBef>
                <a:spcPts val="0"/>
              </a:spcBef>
              <a:buFont typeface="Arial" pitchFamily="34" charset="0"/>
              <a:buNone/>
            </a:pPr>
            <a:r>
              <a:rPr lang="en-US" altLang="zh-TW" dirty="0"/>
              <a:t>Center temperature is the melt temperature of the middle layer (part line) in the thickness direction at the end of filling. Center temperature is an indicator of the thermal energy supplied to the fresh hot melt. If the center temperature is too low, flow hesitation occurs, which can cause short shot problem.</a:t>
            </a:r>
          </a:p>
        </p:txBody>
      </p:sp>
      <p:sp>
        <p:nvSpPr>
          <p:cNvPr id="11266" name="標題 1"/>
          <p:cNvSpPr>
            <a:spLocks noGrp="1"/>
          </p:cNvSpPr>
          <p:nvPr>
            <p:ph type="title"/>
          </p:nvPr>
        </p:nvSpPr>
        <p:spPr/>
        <p:txBody>
          <a:bodyPr>
            <a:normAutofit/>
          </a:bodyPr>
          <a:lstStyle/>
          <a:p>
            <a:r>
              <a:rPr lang="en-US" altLang="zh-TW"/>
              <a:t>Center Temperature</a:t>
            </a:r>
            <a:endParaRPr lang="zh-TW" altLang="en-US" dirty="0"/>
          </a:p>
        </p:txBody>
      </p:sp>
      <p:sp>
        <p:nvSpPr>
          <p:cNvPr id="13" name="內容版面配置區 12"/>
          <p:cNvSpPr>
            <a:spLocks noGrp="1"/>
          </p:cNvSpPr>
          <p:nvPr>
            <p:ph sz="half" idx="1"/>
          </p:nvPr>
        </p:nvSpPr>
        <p:spPr>
          <a:xfrm>
            <a:off x="4579260" y="1055931"/>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2274389718"/>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4480" y="1059782"/>
            <a:ext cx="3866400" cy="4957200"/>
          </a:xfrm>
          <a:ln>
            <a:noFill/>
          </a:ln>
        </p:spPr>
        <p:txBody>
          <a:bodyPr anchor="t" anchorCtr="0">
            <a:normAutofit/>
          </a:bodyPr>
          <a:lstStyle/>
          <a:p>
            <a:pPr marL="0" indent="0">
              <a:spcBef>
                <a:spcPts val="0"/>
              </a:spcBef>
              <a:buFont typeface="Arial" pitchFamily="34" charset="0"/>
              <a:buNone/>
            </a:pPr>
            <a:r>
              <a:rPr lang="en-US" altLang="zh-TW" dirty="0"/>
              <a:t>Bulk temperature is a velocity-weighted average temperature of plastic melt across the thickness at the end of filling. The contribution from frozen layer that is stationary is ignored. The effect of heat convection and viscous heating can be displayed from this data. The bulk temperature distribution reflects the trend of the flow path.</a:t>
            </a:r>
          </a:p>
        </p:txBody>
      </p:sp>
      <p:sp>
        <p:nvSpPr>
          <p:cNvPr id="11266" name="標題 1"/>
          <p:cNvSpPr>
            <a:spLocks noGrp="1"/>
          </p:cNvSpPr>
          <p:nvPr>
            <p:ph type="title"/>
          </p:nvPr>
        </p:nvSpPr>
        <p:spPr/>
        <p:txBody>
          <a:bodyPr>
            <a:normAutofit/>
          </a:bodyPr>
          <a:lstStyle/>
          <a:p>
            <a:r>
              <a:rPr lang="en-US" altLang="zh-TW"/>
              <a:t>Bulk Temperature</a:t>
            </a:r>
            <a:endParaRPr lang="zh-TW" altLang="en-US" dirty="0"/>
          </a:p>
        </p:txBody>
      </p:sp>
      <p:sp>
        <p:nvSpPr>
          <p:cNvPr id="13" name="內容版面配置區 12"/>
          <p:cNvSpPr>
            <a:spLocks noGrp="1"/>
          </p:cNvSpPr>
          <p:nvPr>
            <p:ph sz="half" idx="1"/>
          </p:nvPr>
        </p:nvSpPr>
        <p:spPr>
          <a:xfrm>
            <a:off x="4581185" y="1057084"/>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109471031"/>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8713" y="1058627"/>
            <a:ext cx="3866400" cy="4957200"/>
          </a:xfrm>
          <a:ln>
            <a:noFill/>
          </a:ln>
        </p:spPr>
        <p:txBody>
          <a:bodyPr anchor="t" anchorCtr="0">
            <a:normAutofit/>
          </a:bodyPr>
          <a:lstStyle/>
          <a:p>
            <a:pPr marL="0" indent="0">
              <a:spcBef>
                <a:spcPts val="0"/>
              </a:spcBef>
              <a:buNone/>
            </a:pPr>
            <a:r>
              <a:rPr lang="en-US" altLang="zh-TW" dirty="0"/>
              <a:t>Melt front temperature result shows the melt temperature value recorded at the instant that it reaches the displayed position.</a:t>
            </a:r>
            <a:endParaRPr lang="zh-TW" altLang="en-US" dirty="0"/>
          </a:p>
        </p:txBody>
      </p:sp>
      <p:sp>
        <p:nvSpPr>
          <p:cNvPr id="11266" name="標題 1"/>
          <p:cNvSpPr>
            <a:spLocks noGrp="1"/>
          </p:cNvSpPr>
          <p:nvPr>
            <p:ph type="title"/>
          </p:nvPr>
        </p:nvSpPr>
        <p:spPr/>
        <p:txBody>
          <a:bodyPr>
            <a:normAutofit/>
          </a:bodyPr>
          <a:lstStyle/>
          <a:p>
            <a:r>
              <a:rPr lang="en-US" altLang="zh-TW"/>
              <a:t>Melt Front Temperature</a:t>
            </a:r>
            <a:endParaRPr lang="zh-TW" altLang="en-US" dirty="0"/>
          </a:p>
        </p:txBody>
      </p:sp>
      <p:sp>
        <p:nvSpPr>
          <p:cNvPr id="13" name="內容版面配置區 12"/>
          <p:cNvSpPr>
            <a:spLocks noGrp="1"/>
          </p:cNvSpPr>
          <p:nvPr>
            <p:ph sz="half" idx="1"/>
          </p:nvPr>
        </p:nvSpPr>
        <p:spPr>
          <a:xfrm>
            <a:off x="4581799" y="1053776"/>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1851356511"/>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8715" y="1058626"/>
            <a:ext cx="3866400" cy="4957200"/>
          </a:xfrm>
          <a:ln>
            <a:noFill/>
          </a:ln>
        </p:spPr>
        <p:txBody>
          <a:bodyPr anchor="t" anchorCtr="0">
            <a:normAutofit/>
          </a:bodyPr>
          <a:lstStyle/>
          <a:p>
            <a:pPr marL="0" indent="0">
              <a:spcBef>
                <a:spcPts val="0"/>
              </a:spcBef>
              <a:buFont typeface="Arial" pitchFamily="34" charset="0"/>
              <a:buNone/>
            </a:pPr>
            <a:r>
              <a:rPr lang="en-US" altLang="zh-TW" dirty="0"/>
              <a:t>Maximum shear rate result shows the peak value of shear rate at each element during the filling stage. </a:t>
            </a:r>
          </a:p>
        </p:txBody>
      </p:sp>
      <p:sp>
        <p:nvSpPr>
          <p:cNvPr id="11266" name="標題 1"/>
          <p:cNvSpPr>
            <a:spLocks noGrp="1"/>
          </p:cNvSpPr>
          <p:nvPr>
            <p:ph type="title"/>
          </p:nvPr>
        </p:nvSpPr>
        <p:spPr/>
        <p:txBody>
          <a:bodyPr>
            <a:normAutofit/>
          </a:bodyPr>
          <a:lstStyle/>
          <a:p>
            <a:r>
              <a:rPr lang="en-US" altLang="zh-TW"/>
              <a:t>Max. Shear Rate</a:t>
            </a:r>
            <a:endParaRPr lang="zh-TW" altLang="en-US" dirty="0"/>
          </a:p>
        </p:txBody>
      </p:sp>
      <p:sp>
        <p:nvSpPr>
          <p:cNvPr id="13" name="內容版面配置區 12"/>
          <p:cNvSpPr>
            <a:spLocks noGrp="1"/>
          </p:cNvSpPr>
          <p:nvPr>
            <p:ph sz="half" idx="1"/>
          </p:nvPr>
        </p:nvSpPr>
        <p:spPr>
          <a:xfrm>
            <a:off x="4584263" y="1054778"/>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2790270628"/>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6791" y="1057473"/>
            <a:ext cx="3866400" cy="4957200"/>
          </a:xfrm>
          <a:ln>
            <a:noFill/>
          </a:ln>
        </p:spPr>
        <p:txBody>
          <a:bodyPr anchor="t" anchorCtr="0">
            <a:normAutofit/>
          </a:bodyPr>
          <a:lstStyle/>
          <a:p>
            <a:pPr marL="0" indent="0">
              <a:spcBef>
                <a:spcPts val="0"/>
              </a:spcBef>
              <a:buFont typeface="Arial" pitchFamily="34" charset="0"/>
              <a:buNone/>
            </a:pPr>
            <a:r>
              <a:rPr lang="en-US" altLang="zh-TW" dirty="0"/>
              <a:t>Maximum shear stress result shows the peak value of shear stress at each element during the filling stage.</a:t>
            </a:r>
          </a:p>
        </p:txBody>
      </p:sp>
      <p:sp>
        <p:nvSpPr>
          <p:cNvPr id="11266" name="標題 1"/>
          <p:cNvSpPr>
            <a:spLocks noGrp="1"/>
          </p:cNvSpPr>
          <p:nvPr>
            <p:ph type="title"/>
          </p:nvPr>
        </p:nvSpPr>
        <p:spPr/>
        <p:txBody>
          <a:bodyPr>
            <a:normAutofit/>
          </a:bodyPr>
          <a:lstStyle/>
          <a:p>
            <a:r>
              <a:rPr lang="en-US" altLang="zh-TW"/>
              <a:t>Max. Shear Stress</a:t>
            </a:r>
            <a:endParaRPr lang="zh-TW" altLang="en-US" dirty="0"/>
          </a:p>
        </p:txBody>
      </p:sp>
      <p:sp>
        <p:nvSpPr>
          <p:cNvPr id="13" name="內容版面配置區 12"/>
          <p:cNvSpPr>
            <a:spLocks noGrp="1"/>
          </p:cNvSpPr>
          <p:nvPr>
            <p:ph sz="half" idx="1"/>
          </p:nvPr>
        </p:nvSpPr>
        <p:spPr>
          <a:xfrm>
            <a:off x="4576179" y="1050930"/>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736472849"/>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4479" y="1060164"/>
            <a:ext cx="3866400" cy="4957200"/>
          </a:xfrm>
          <a:ln>
            <a:noFill/>
          </a:ln>
        </p:spPr>
        <p:txBody>
          <a:bodyPr anchor="t" anchorCtr="0">
            <a:normAutofit/>
          </a:bodyPr>
          <a:lstStyle/>
          <a:p>
            <a:pPr marL="0" indent="0">
              <a:spcBef>
                <a:spcPts val="0"/>
              </a:spcBef>
              <a:buFont typeface="Arial" pitchFamily="34" charset="0"/>
              <a:buNone/>
            </a:pPr>
            <a:r>
              <a:rPr lang="en-US" altLang="zh-TW" dirty="0"/>
              <a:t>A frozen layer is formed near the cavity surface because of solidification, which is caused by cooling. The frozen ratio gradually increases with time. An increase in frozen layer ratio reduces the cross-section along the flow path and thus increases the flow resistance and </a:t>
            </a:r>
            <a:r>
              <a:rPr lang="en-US" altLang="zh-TW" dirty="0" err="1"/>
              <a:t>sprue</a:t>
            </a:r>
            <a:r>
              <a:rPr lang="en-US" altLang="zh-TW" dirty="0"/>
              <a:t> pressure. The frozen layer ratio also affects the residual stress and the flow-induced orientation.</a:t>
            </a:r>
          </a:p>
        </p:txBody>
      </p:sp>
      <p:sp>
        <p:nvSpPr>
          <p:cNvPr id="11266" name="標題 1"/>
          <p:cNvSpPr>
            <a:spLocks noGrp="1"/>
          </p:cNvSpPr>
          <p:nvPr>
            <p:ph type="title"/>
          </p:nvPr>
        </p:nvSpPr>
        <p:spPr/>
        <p:txBody>
          <a:bodyPr/>
          <a:lstStyle/>
          <a:p>
            <a:r>
              <a:rPr lang="en-US" altLang="zh-TW"/>
              <a:t>Frozen Layer Ratio</a:t>
            </a:r>
            <a:endParaRPr lang="zh-TW" altLang="en-US" dirty="0">
              <a:latin typeface="Arial" charset="0"/>
            </a:endParaRPr>
          </a:p>
        </p:txBody>
      </p:sp>
      <p:sp>
        <p:nvSpPr>
          <p:cNvPr id="13" name="內容版面配置區 12"/>
          <p:cNvSpPr>
            <a:spLocks noGrp="1"/>
          </p:cNvSpPr>
          <p:nvPr>
            <p:ph sz="half" idx="1"/>
          </p:nvPr>
        </p:nvSpPr>
        <p:spPr>
          <a:xfrm>
            <a:off x="4576565" y="1055547"/>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1800923537"/>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2556" y="1060933"/>
            <a:ext cx="3866400" cy="4957200"/>
          </a:xfrm>
          <a:ln>
            <a:noFill/>
          </a:ln>
        </p:spPr>
        <p:txBody>
          <a:bodyPr anchor="t" anchorCtr="0">
            <a:normAutofit/>
          </a:bodyPr>
          <a:lstStyle/>
          <a:p>
            <a:pPr marL="0" indent="0">
              <a:spcBef>
                <a:spcPts val="0"/>
              </a:spcBef>
              <a:buFont typeface="Arial" pitchFamily="34" charset="0"/>
              <a:buNone/>
            </a:pPr>
            <a:r>
              <a:rPr lang="en-US" altLang="zh-TW" dirty="0"/>
              <a:t>Velocity vector is the vector plot of the velocity vector at the end of filling.</a:t>
            </a:r>
          </a:p>
        </p:txBody>
      </p:sp>
      <p:sp>
        <p:nvSpPr>
          <p:cNvPr id="11266" name="標題 1"/>
          <p:cNvSpPr>
            <a:spLocks noGrp="1"/>
          </p:cNvSpPr>
          <p:nvPr>
            <p:ph type="title"/>
          </p:nvPr>
        </p:nvSpPr>
        <p:spPr/>
        <p:txBody>
          <a:bodyPr>
            <a:normAutofit/>
          </a:bodyPr>
          <a:lstStyle/>
          <a:p>
            <a:r>
              <a:rPr lang="en-US" altLang="zh-TW"/>
              <a:t>Velocity Vector</a:t>
            </a:r>
            <a:endParaRPr lang="zh-TW" altLang="en-US" dirty="0"/>
          </a:p>
        </p:txBody>
      </p:sp>
      <p:sp>
        <p:nvSpPr>
          <p:cNvPr id="13" name="內容版面配置區 12"/>
          <p:cNvSpPr>
            <a:spLocks noGrp="1"/>
          </p:cNvSpPr>
          <p:nvPr>
            <p:ph sz="half" idx="1"/>
          </p:nvPr>
        </p:nvSpPr>
        <p:spPr>
          <a:xfrm>
            <a:off x="4577335" y="1050543"/>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973289640"/>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8715" y="1055549"/>
            <a:ext cx="3866400" cy="4957200"/>
          </a:xfrm>
          <a:ln>
            <a:noFill/>
          </a:ln>
        </p:spPr>
        <p:txBody>
          <a:bodyPr anchor="t" anchorCtr="0">
            <a:normAutofit/>
          </a:bodyPr>
          <a:lstStyle/>
          <a:p>
            <a:pPr marL="0" indent="0">
              <a:spcBef>
                <a:spcPts val="0"/>
              </a:spcBef>
              <a:buFont typeface="Arial" pitchFamily="34" charset="0"/>
              <a:buNone/>
            </a:pPr>
            <a:r>
              <a:rPr lang="en-US" altLang="zh-TW" dirty="0"/>
              <a:t>This result shows the maximum volume shrinkage across the part thickness at the end of filling.</a:t>
            </a:r>
          </a:p>
          <a:p>
            <a:pPr marL="0" indent="0">
              <a:spcBef>
                <a:spcPts val="0"/>
              </a:spcBef>
              <a:buFont typeface="Arial" pitchFamily="34" charset="0"/>
              <a:buNone/>
            </a:pPr>
            <a:r>
              <a:rPr lang="en-US" altLang="zh-TW" dirty="0"/>
              <a:t>A high positive value represents high volume shrinkage, which may cause sink mark or void.  </a:t>
            </a:r>
          </a:p>
        </p:txBody>
      </p:sp>
      <p:sp>
        <p:nvSpPr>
          <p:cNvPr id="11266" name="標題 1"/>
          <p:cNvSpPr>
            <a:spLocks noGrp="1"/>
          </p:cNvSpPr>
          <p:nvPr>
            <p:ph type="title"/>
          </p:nvPr>
        </p:nvSpPr>
        <p:spPr/>
        <p:txBody>
          <a:bodyPr>
            <a:normAutofit/>
          </a:bodyPr>
          <a:lstStyle/>
          <a:p>
            <a:r>
              <a:rPr lang="en-US" altLang="zh-TW"/>
              <a:t>Volumetric Shrinkage</a:t>
            </a:r>
            <a:endParaRPr lang="zh-TW" altLang="en-US" dirty="0"/>
          </a:p>
        </p:txBody>
      </p:sp>
      <p:sp>
        <p:nvSpPr>
          <p:cNvPr id="13" name="內容版面配置區 12"/>
          <p:cNvSpPr>
            <a:spLocks noGrp="1"/>
          </p:cNvSpPr>
          <p:nvPr>
            <p:ph sz="half" idx="1"/>
          </p:nvPr>
        </p:nvSpPr>
        <p:spPr>
          <a:xfrm>
            <a:off x="4583494" y="1056701"/>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3336754953"/>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9486" y="1058245"/>
            <a:ext cx="3866400" cy="4957200"/>
          </a:xfrm>
          <a:ln>
            <a:noFill/>
          </a:ln>
        </p:spPr>
        <p:txBody>
          <a:bodyPr anchor="t" anchorCtr="0">
            <a:normAutofit/>
          </a:bodyPr>
          <a:lstStyle/>
          <a:p>
            <a:pPr marL="0" indent="0">
              <a:spcBef>
                <a:spcPts val="0"/>
              </a:spcBef>
              <a:buFont typeface="Arial" pitchFamily="34" charset="0"/>
              <a:buNone/>
            </a:pPr>
            <a:r>
              <a:rPr lang="en-US" altLang="zh-TW" dirty="0"/>
              <a:t>This result shows the contribution of each gate. The region in the same color represents that it was filled by the plastic from the same gate. The percentage of each color indicates its percentage of volume compared with the cavity. This result help determine whether the model was filled by balanced flow pattern.</a:t>
            </a:r>
          </a:p>
        </p:txBody>
      </p:sp>
      <p:sp>
        <p:nvSpPr>
          <p:cNvPr id="11266" name="標題 1"/>
          <p:cNvSpPr>
            <a:spLocks noGrp="1"/>
          </p:cNvSpPr>
          <p:nvPr>
            <p:ph type="title"/>
          </p:nvPr>
        </p:nvSpPr>
        <p:spPr/>
        <p:txBody>
          <a:bodyPr>
            <a:normAutofit/>
          </a:bodyPr>
          <a:lstStyle/>
          <a:p>
            <a:r>
              <a:rPr lang="en-US" altLang="zh-TW"/>
              <a:t>Gate Contribution</a:t>
            </a:r>
            <a:endParaRPr lang="zh-TW" altLang="en-US" dirty="0"/>
          </a:p>
        </p:txBody>
      </p:sp>
      <p:sp>
        <p:nvSpPr>
          <p:cNvPr id="13" name="內容版面配置區 12"/>
          <p:cNvSpPr>
            <a:spLocks noGrp="1"/>
          </p:cNvSpPr>
          <p:nvPr>
            <p:ph sz="half" idx="1"/>
          </p:nvPr>
        </p:nvSpPr>
        <p:spPr>
          <a:xfrm>
            <a:off x="4578874" y="1050931"/>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2513493343"/>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2943" y="1057085"/>
            <a:ext cx="3866400" cy="4957200"/>
          </a:xfrm>
          <a:ln>
            <a:noFill/>
          </a:ln>
        </p:spPr>
        <p:txBody>
          <a:bodyPr anchor="t" anchorCtr="0">
            <a:normAutofit/>
          </a:bodyPr>
          <a:lstStyle/>
          <a:p>
            <a:pPr marL="0" indent="0">
              <a:spcBef>
                <a:spcPts val="0"/>
              </a:spcBef>
              <a:buFont typeface="Arial" pitchFamily="34" charset="0"/>
              <a:buNone/>
            </a:pPr>
            <a:r>
              <a:rPr lang="en-US" altLang="zh-TW" dirty="0"/>
              <a:t>This result shows the plot of </a:t>
            </a:r>
            <a:r>
              <a:rPr lang="en-US" altLang="zh-TW" dirty="0" err="1"/>
              <a:t>sprue</a:t>
            </a:r>
            <a:r>
              <a:rPr lang="en-US" altLang="zh-TW" dirty="0"/>
              <a:t> pressure versus filling time.</a:t>
            </a:r>
          </a:p>
          <a:p>
            <a:pPr marL="0" indent="0">
              <a:spcBef>
                <a:spcPts val="0"/>
              </a:spcBef>
              <a:buFont typeface="Arial" pitchFamily="34" charset="0"/>
              <a:buNone/>
            </a:pPr>
            <a:r>
              <a:rPr lang="en-US" altLang="zh-TW" dirty="0"/>
              <a:t>You can use this result to look for any unusual </a:t>
            </a:r>
            <a:r>
              <a:rPr lang="en-US" altLang="zh-TW" dirty="0" err="1"/>
              <a:t>sprue</a:t>
            </a:r>
            <a:r>
              <a:rPr lang="en-US" altLang="zh-TW" dirty="0"/>
              <a:t> pressure rise during filling.</a:t>
            </a:r>
          </a:p>
          <a:p>
            <a:pPr marL="0" indent="0">
              <a:spcBef>
                <a:spcPts val="0"/>
              </a:spcBef>
              <a:buFont typeface="Arial" pitchFamily="34" charset="0"/>
              <a:buNone/>
            </a:pPr>
            <a:r>
              <a:rPr lang="en-US" altLang="zh-TW" dirty="0"/>
              <a:t> If the resulting </a:t>
            </a:r>
            <a:r>
              <a:rPr lang="en-US" altLang="zh-TW" dirty="0" err="1"/>
              <a:t>sprue</a:t>
            </a:r>
            <a:r>
              <a:rPr lang="en-US" altLang="zh-TW" dirty="0"/>
              <a:t> pressure curve stays at the maximum allowed injection pressure, hesitation or even short shot might occur.</a:t>
            </a:r>
          </a:p>
        </p:txBody>
      </p:sp>
      <p:sp>
        <p:nvSpPr>
          <p:cNvPr id="11266" name="標題 1"/>
          <p:cNvSpPr>
            <a:spLocks noGrp="1"/>
          </p:cNvSpPr>
          <p:nvPr>
            <p:ph type="title"/>
          </p:nvPr>
        </p:nvSpPr>
        <p:spPr/>
        <p:txBody>
          <a:bodyPr>
            <a:normAutofit/>
          </a:bodyPr>
          <a:lstStyle/>
          <a:p>
            <a:r>
              <a:rPr lang="en-US" altLang="zh-TW"/>
              <a:t>Sprue Pressure</a:t>
            </a:r>
            <a:endParaRPr lang="zh-TW" altLang="en-US" dirty="0"/>
          </a:p>
        </p:txBody>
      </p:sp>
      <p:sp>
        <p:nvSpPr>
          <p:cNvPr id="13" name="內容版面配置區 12"/>
          <p:cNvSpPr>
            <a:spLocks noGrp="1"/>
          </p:cNvSpPr>
          <p:nvPr>
            <p:ph sz="half" idx="1"/>
          </p:nvPr>
        </p:nvSpPr>
        <p:spPr>
          <a:xfrm>
            <a:off x="4584265" y="1056311"/>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1110509458"/>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6791" y="1057855"/>
            <a:ext cx="3866400" cy="4957200"/>
          </a:xfrm>
          <a:ln>
            <a:noFill/>
          </a:ln>
        </p:spPr>
        <p:txBody>
          <a:bodyPr anchor="t" anchorCtr="0">
            <a:normAutofit/>
          </a:bodyPr>
          <a:lstStyle/>
          <a:p>
            <a:pPr marL="0" indent="0">
              <a:spcBef>
                <a:spcPts val="0"/>
              </a:spcBef>
              <a:buFont typeface="Arial" pitchFamily="34" charset="0"/>
              <a:buNone/>
            </a:pPr>
            <a:r>
              <a:rPr lang="en-US" altLang="zh-TW" dirty="0"/>
              <a:t>This result shows a plot of the clamping force versus the filling time. </a:t>
            </a:r>
          </a:p>
          <a:p>
            <a:pPr marL="0" indent="0">
              <a:spcBef>
                <a:spcPts val="0"/>
              </a:spcBef>
              <a:buFont typeface="Arial" pitchFamily="34" charset="0"/>
              <a:buNone/>
            </a:pPr>
            <a:r>
              <a:rPr lang="en-US" altLang="zh-TW" dirty="0"/>
              <a:t>The value is the required clamping force during the molding process instead of the force that molding machine outputs. </a:t>
            </a:r>
          </a:p>
          <a:p>
            <a:pPr marL="0" indent="0">
              <a:spcBef>
                <a:spcPts val="0"/>
              </a:spcBef>
              <a:buFont typeface="Arial" pitchFamily="34" charset="0"/>
              <a:buNone/>
            </a:pPr>
            <a:r>
              <a:rPr lang="en-US" altLang="zh-TW" dirty="0"/>
              <a:t>You can use this result to identify the flash problem. If the calculated clamping force is larger than 70 percent of the machine maximum clamping force, there is a chance of plastic melt being squeezed outside the cavity and causing flash.</a:t>
            </a:r>
          </a:p>
        </p:txBody>
      </p:sp>
      <p:sp>
        <p:nvSpPr>
          <p:cNvPr id="11266" name="標題 1"/>
          <p:cNvSpPr>
            <a:spLocks noGrp="1"/>
          </p:cNvSpPr>
          <p:nvPr>
            <p:ph type="title"/>
          </p:nvPr>
        </p:nvSpPr>
        <p:spPr/>
        <p:txBody>
          <a:bodyPr>
            <a:normAutofit/>
          </a:bodyPr>
          <a:lstStyle/>
          <a:p>
            <a:r>
              <a:rPr lang="en-US" altLang="zh-TW"/>
              <a:t>Clamping Force</a:t>
            </a:r>
            <a:endParaRPr lang="zh-TW" altLang="en-US" dirty="0"/>
          </a:p>
        </p:txBody>
      </p:sp>
      <p:sp>
        <p:nvSpPr>
          <p:cNvPr id="13" name="內容版面配置區 12"/>
          <p:cNvSpPr>
            <a:spLocks noGrp="1"/>
          </p:cNvSpPr>
          <p:nvPr>
            <p:ph sz="half" idx="1"/>
          </p:nvPr>
        </p:nvSpPr>
        <p:spPr>
          <a:xfrm>
            <a:off x="4580416" y="1052082"/>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113710891"/>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9"/>
          <p:cNvSpPr>
            <a:spLocks noGrp="1"/>
          </p:cNvSpPr>
          <p:nvPr>
            <p:ph sz="half" idx="2"/>
          </p:nvPr>
        </p:nvSpPr>
        <p:spPr>
          <a:xfrm>
            <a:off x="409484" y="1057087"/>
            <a:ext cx="3866400" cy="4957200"/>
          </a:xfrm>
          <a:ln>
            <a:noFill/>
          </a:ln>
        </p:spPr>
        <p:txBody>
          <a:bodyPr anchor="t" anchorCtr="0">
            <a:normAutofit/>
          </a:bodyPr>
          <a:lstStyle/>
          <a:p>
            <a:pPr marL="0" indent="0">
              <a:spcBef>
                <a:spcPts val="0"/>
              </a:spcBef>
              <a:buFont typeface="Arial" pitchFamily="34" charset="0"/>
              <a:buNone/>
            </a:pPr>
            <a:r>
              <a:rPr lang="en-US" altLang="zh-TW" dirty="0"/>
              <a:t>This result shows the plot of flow rate at the sprue versus filling time.</a:t>
            </a:r>
          </a:p>
          <a:p>
            <a:pPr marL="0" indent="0">
              <a:spcBef>
                <a:spcPts val="0"/>
              </a:spcBef>
              <a:buFont typeface="Arial" pitchFamily="34" charset="0"/>
              <a:buNone/>
            </a:pPr>
            <a:endParaRPr lang="en-US" altLang="zh-TW" dirty="0"/>
          </a:p>
          <a:p>
            <a:pPr marL="0" indent="0">
              <a:spcBef>
                <a:spcPts val="0"/>
              </a:spcBef>
              <a:buFont typeface="Arial" pitchFamily="34" charset="0"/>
              <a:buNone/>
            </a:pPr>
            <a:r>
              <a:rPr lang="en-US" altLang="zh-TW" dirty="0"/>
              <a:t>In most cases, the first stage of filling is controlled by the flow rate set by the machine operator. Therefore, in this result, the flow rate usually stays at the value set in the process condition. If the resulting flow rate appears otherwise, check if the maximum allowed injection pressure is too low.</a:t>
            </a:r>
          </a:p>
        </p:txBody>
      </p:sp>
      <p:sp>
        <p:nvSpPr>
          <p:cNvPr id="11266" name="標題 1"/>
          <p:cNvSpPr>
            <a:spLocks noGrp="1"/>
          </p:cNvSpPr>
          <p:nvPr>
            <p:ph type="title"/>
          </p:nvPr>
        </p:nvSpPr>
        <p:spPr/>
        <p:txBody>
          <a:bodyPr>
            <a:normAutofit/>
          </a:bodyPr>
          <a:lstStyle/>
          <a:p>
            <a:r>
              <a:rPr lang="en-US" altLang="zh-TW"/>
              <a:t>Flow Rate</a:t>
            </a:r>
            <a:endParaRPr lang="zh-TW" altLang="en-US" dirty="0"/>
          </a:p>
        </p:txBody>
      </p:sp>
      <p:sp>
        <p:nvSpPr>
          <p:cNvPr id="13" name="內容版面配置區 12"/>
          <p:cNvSpPr>
            <a:spLocks noGrp="1"/>
          </p:cNvSpPr>
          <p:nvPr>
            <p:ph sz="half" idx="1"/>
          </p:nvPr>
        </p:nvSpPr>
        <p:spPr>
          <a:xfrm>
            <a:off x="4581570" y="1049387"/>
            <a:ext cx="6415200" cy="4957200"/>
          </a:xfrm>
          <a:blipFill>
            <a:blip r:embed="rId3"/>
            <a:stretch>
              <a:fillRect/>
            </a:stretch>
          </a:blipFill>
        </p:spPr>
        <p:txBody>
          <a:bodyPr anchor="t" anchorCtr="0"/>
          <a:lstStyle/>
          <a:p>
            <a:pPr>
              <a:buNone/>
            </a:pPr>
            <a:r>
              <a:rPr lang="en-US" altLang="zh-TW"/>
              <a:t> </a:t>
            </a:r>
            <a:endParaRPr lang="zh-TW" altLang="en-US" dirty="0"/>
          </a:p>
        </p:txBody>
      </p:sp>
    </p:spTree>
    <p:extLst>
      <p:ext uri="{BB962C8B-B14F-4D97-AF65-F5344CB8AC3E}">
        <p14:creationId xmlns:p14="http://schemas.microsoft.com/office/powerpoint/2010/main" val="3236593845"/>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Result Advisor</a:t>
            </a:r>
          </a:p>
        </p:txBody>
      </p:sp>
    </p:spTree>
    <p:extLst>
      <p:ext uri="{BB962C8B-B14F-4D97-AF65-F5344CB8AC3E}">
        <p14:creationId xmlns:p14="http://schemas.microsoft.com/office/powerpoint/2010/main" val="280513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ln>
            <a:noFill/>
          </a:ln>
        </p:spPr>
        <p:txBody>
          <a:bodyPr/>
          <a:lstStyle/>
          <a:p>
            <a:r>
              <a:rPr lang="en-US" altLang="zh-TW">
                <a:hlinkClick r:id="rId2" action="ppaction://hlinksldjump"/>
              </a:rPr>
              <a:t>Result </a:t>
            </a:r>
            <a:r>
              <a:rPr lang="en-US" altLang="zh-TW" dirty="0">
                <a:hlinkClick r:id="rId2" action="ppaction://hlinksldjump"/>
              </a:rPr>
              <a:t>Advisor – Weld line</a:t>
            </a:r>
            <a:endParaRPr lang="en-US" altLang="zh-TW" dirty="0"/>
          </a:p>
          <a:p>
            <a:r>
              <a:rPr lang="en-US" altLang="zh-TW">
                <a:hlinkClick r:id="rId3" action="ppaction://hlinksldjump"/>
              </a:rPr>
              <a:t>Result </a:t>
            </a:r>
            <a:r>
              <a:rPr lang="en-US" altLang="zh-TW" dirty="0">
                <a:hlinkClick r:id="rId3" action="ppaction://hlinksldjump"/>
              </a:rPr>
              <a:t>Advisor – Air trap</a:t>
            </a:r>
            <a:endParaRPr lang="en-US" altLang="zh-TW" dirty="0"/>
          </a:p>
          <a:p>
            <a:r>
              <a:rPr lang="en-US" altLang="zh-TW">
                <a:hlinkClick r:id="rId4" action="ppaction://hlinksldjump"/>
              </a:rPr>
              <a:t>Result </a:t>
            </a:r>
            <a:r>
              <a:rPr lang="en-US" altLang="zh-TW" dirty="0">
                <a:hlinkClick r:id="rId4" action="ppaction://hlinksldjump"/>
              </a:rPr>
              <a:t>Advisor – Unbalanced flow</a:t>
            </a:r>
            <a:endParaRPr lang="en-US" altLang="zh-TW" dirty="0"/>
          </a:p>
          <a:p>
            <a:endParaRPr lang="en-US" altLang="zh-TW" dirty="0"/>
          </a:p>
        </p:txBody>
      </p:sp>
      <p:sp>
        <p:nvSpPr>
          <p:cNvPr id="3" name="標題 2"/>
          <p:cNvSpPr>
            <a:spLocks noGrp="1"/>
          </p:cNvSpPr>
          <p:nvPr>
            <p:ph type="title"/>
          </p:nvPr>
        </p:nvSpPr>
        <p:spPr/>
        <p:txBody>
          <a:bodyPr/>
          <a:lstStyle/>
          <a:p>
            <a:r>
              <a:rPr lang="en-US" altLang="zh-TW" dirty="0"/>
              <a:t>Possible issues found in Analysis</a:t>
            </a:r>
            <a:endParaRPr lang="zh-TW" altLang="en-US" dirty="0"/>
          </a:p>
        </p:txBody>
      </p:sp>
    </p:spTree>
    <p:extLst>
      <p:ext uri="{BB962C8B-B14F-4D97-AF65-F5344CB8AC3E}">
        <p14:creationId xmlns:p14="http://schemas.microsoft.com/office/powerpoint/2010/main" val="1949285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292640" y="319761"/>
            <a:ext cx="10259568" cy="344710"/>
          </a:xfrm>
        </p:spPr>
        <p:txBody>
          <a:bodyPr/>
          <a:lstStyle/>
          <a:p>
            <a:r>
              <a:rPr lang="en-US" altLang="zh-TW" dirty="0"/>
              <a:t>Result Advisor – Weld line</a:t>
            </a:r>
            <a:endParaRPr lang="zh-TW" altLang="en-US" dirty="0"/>
          </a:p>
        </p:txBody>
      </p:sp>
      <p:sp>
        <p:nvSpPr>
          <p:cNvPr id="8" name="內容版面配置區 7"/>
          <p:cNvSpPr>
            <a:spLocks noGrp="1"/>
          </p:cNvSpPr>
          <p:nvPr>
            <p:ph sz="quarter" idx="16"/>
          </p:nvPr>
        </p:nvSpPr>
        <p:spPr>
          <a:xfrm>
            <a:off x="308648" y="1172926"/>
            <a:ext cx="3877200" cy="4978800"/>
          </a:xfrm>
          <a:noFill/>
        </p:spPr>
        <p:txBody>
          <a:bodyPr vert="horz" lIns="0" tIns="0" rIns="0" bIns="0" rtlCol="0">
            <a:normAutofit/>
          </a:bodyPr>
          <a:lstStyle/>
          <a:p>
            <a:pPr marL="0" indent="0">
              <a:buNone/>
            </a:pPr>
            <a:r>
              <a:rPr lang="en-US" altLang="zh-TW" dirty="0"/>
              <a:t>Problem Description:</a:t>
            </a:r>
          </a:p>
          <a:p>
            <a:pPr lvl="1"/>
            <a:r>
              <a:rPr lang="en-US" altLang="zh-TW" dirty="0"/>
              <a:t>Sharp welding angles found at some places. Weld lines may become visible.</a:t>
            </a:r>
          </a:p>
          <a:p>
            <a:pPr marL="0" indent="0">
              <a:buNone/>
            </a:pPr>
            <a:r>
              <a:rPr lang="en-US" altLang="zh-TW" dirty="0"/>
              <a:t>Solution:</a:t>
            </a:r>
          </a:p>
          <a:p>
            <a:pPr lvl="1"/>
            <a:r>
              <a:rPr lang="en-US" altLang="zh-TW" dirty="0"/>
              <a:t>Increase the mold temperature or melt temperature.</a:t>
            </a:r>
          </a:p>
          <a:p>
            <a:pPr lvl="1"/>
            <a:r>
              <a:rPr lang="en-US" altLang="zh-TW" dirty="0"/>
              <a:t>Decrease the filling time.</a:t>
            </a:r>
          </a:p>
          <a:p>
            <a:pPr lvl="1"/>
            <a:r>
              <a:rPr lang="en-US" altLang="zh-TW" dirty="0"/>
              <a:t>Reduce the number of gates.</a:t>
            </a:r>
          </a:p>
          <a:p>
            <a:pPr lvl="1"/>
            <a:r>
              <a:rPr lang="en-US" altLang="zh-TW" dirty="0"/>
              <a:t>Use fiber-reinforced or low viscosity material.</a:t>
            </a:r>
          </a:p>
          <a:p>
            <a:pPr lvl="1"/>
            <a:r>
              <a:rPr lang="en-US" altLang="zh-TW" dirty="0"/>
              <a:t>Increase injection speed.</a:t>
            </a:r>
          </a:p>
          <a:p>
            <a:pPr marL="0" indent="0">
              <a:buNone/>
            </a:pPr>
            <a:endParaRPr lang="en-US" altLang="zh-TW" sz="1600" dirty="0">
              <a:solidFill>
                <a:srgbClr val="4C4D4F"/>
              </a:solidFill>
              <a:latin typeface="Arial Narrow" pitchFamily="34" charset="0"/>
            </a:endParaRPr>
          </a:p>
          <a:p>
            <a:pPr marL="0" indent="0">
              <a:buNone/>
            </a:pPr>
            <a:endParaRPr lang="en-US" altLang="zh-TW" sz="1800" b="1" dirty="0">
              <a:solidFill>
                <a:srgbClr val="84BD00"/>
              </a:solidFill>
            </a:endParaRPr>
          </a:p>
        </p:txBody>
      </p:sp>
      <p:sp>
        <p:nvSpPr>
          <p:cNvPr id="5" name="頁尾版面配置區 4"/>
          <p:cNvSpPr>
            <a:spLocks noGrp="1"/>
          </p:cNvSpPr>
          <p:nvPr>
            <p:ph type="ftr" sz="quarter" idx="3"/>
          </p:nvPr>
        </p:nvSpPr>
        <p:spPr/>
        <p:txBody>
          <a:bodyPr/>
          <a:lstStyle/>
          <a:p>
            <a:endParaRPr lang="en-US" dirty="0"/>
          </a:p>
        </p:txBody>
      </p:sp>
      <p:sp>
        <p:nvSpPr>
          <p:cNvPr id="11" name="內容版面配置區 10"/>
          <p:cNvSpPr>
            <a:spLocks noGrp="1"/>
          </p:cNvSpPr>
          <p:nvPr>
            <p:ph sz="quarter" idx="14"/>
          </p:nvPr>
        </p:nvSpPr>
        <p:spPr>
          <a:xfrm>
            <a:off x="4521706" y="1172926"/>
            <a:ext cx="6415200" cy="4957200"/>
          </a:xfrm>
          <a:blipFill>
            <a:blip r:embed="rId3"/>
            <a:stretch>
              <a:fillRect/>
            </a:stretch>
          </a:blipFill>
        </p:spPr>
        <p:txBody>
          <a:bodyPr>
            <a:normAutofit/>
          </a:bodyPr>
          <a:lstStyle/>
          <a:p>
            <a:pPr>
              <a:buNone/>
            </a:pPr>
            <a:r>
              <a:rPr lang="en-US" altLang="zh-TW"/>
              <a:t> </a:t>
            </a:r>
            <a:endParaRPr lang="zh-TW" altLang="en-US" dirty="0"/>
          </a:p>
        </p:txBody>
      </p:sp>
    </p:spTree>
    <p:extLst>
      <p:ext uri="{BB962C8B-B14F-4D97-AF65-F5344CB8AC3E}">
        <p14:creationId xmlns:p14="http://schemas.microsoft.com/office/powerpoint/2010/main" val="86116898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標題 2"/>
          <p:cNvSpPr>
            <a:spLocks noGrp="1"/>
          </p:cNvSpPr>
          <p:nvPr>
            <p:ph type="title"/>
          </p:nvPr>
        </p:nvSpPr>
        <p:spPr>
          <a:xfrm>
            <a:off x="288134" y="265389"/>
            <a:ext cx="10149408" cy="457200"/>
          </a:xfrm>
        </p:spPr>
        <p:txBody>
          <a:bodyPr/>
          <a:lstStyle/>
          <a:p>
            <a:r>
              <a:rPr lang="en-US" altLang="zh-TW" dirty="0"/>
              <a:t>Result Advisor – Air trap</a:t>
            </a:r>
            <a:endParaRPr lang="zh-TW" altLang="en-US" dirty="0"/>
          </a:p>
        </p:txBody>
      </p:sp>
      <p:sp>
        <p:nvSpPr>
          <p:cNvPr id="10" name="內容版面配置區 7"/>
          <p:cNvSpPr>
            <a:spLocks noGrp="1"/>
          </p:cNvSpPr>
          <p:nvPr>
            <p:ph sz="quarter" idx="16"/>
          </p:nvPr>
        </p:nvSpPr>
        <p:spPr>
          <a:xfrm>
            <a:off x="308649" y="1172926"/>
            <a:ext cx="3877200" cy="4978800"/>
          </a:xfrm>
          <a:noFill/>
        </p:spPr>
        <p:txBody>
          <a:bodyPr vert="horz" lIns="0" tIns="0" rIns="0" bIns="0" rtlCol="0">
            <a:normAutofit/>
          </a:bodyPr>
          <a:lstStyle/>
          <a:p>
            <a:pPr marL="0" indent="0">
              <a:buNone/>
            </a:pPr>
            <a:r>
              <a:rPr lang="en-US" altLang="zh-TW" dirty="0"/>
              <a:t>Problem Description:</a:t>
            </a:r>
          </a:p>
          <a:p>
            <a:pPr lvl="1"/>
            <a:r>
              <a:rPr lang="en-US" altLang="zh-TW" dirty="0"/>
              <a:t>Air traps found inside the cavity. This may cause voids or surface defect.</a:t>
            </a:r>
          </a:p>
          <a:p>
            <a:pPr marL="0" indent="0">
              <a:buNone/>
            </a:pPr>
            <a:r>
              <a:rPr lang="en-US" altLang="zh-TW" dirty="0"/>
              <a:t>Solution:</a:t>
            </a:r>
          </a:p>
          <a:p>
            <a:pPr lvl="1"/>
            <a:r>
              <a:rPr lang="en-US" altLang="zh-TW" dirty="0"/>
              <a:t>Increase the filling time.</a:t>
            </a:r>
          </a:p>
          <a:p>
            <a:pPr lvl="1"/>
            <a:r>
              <a:rPr lang="en-US" altLang="zh-TW" dirty="0"/>
              <a:t>Change the gate location.</a:t>
            </a:r>
          </a:p>
          <a:p>
            <a:pPr lvl="1"/>
            <a:r>
              <a:rPr lang="en-US" altLang="zh-TW" dirty="0"/>
              <a:t>Reduce the injection speed.</a:t>
            </a:r>
          </a:p>
          <a:p>
            <a:pPr lvl="1"/>
            <a:r>
              <a:rPr lang="en-US" altLang="zh-TW" dirty="0"/>
              <a:t>Modify the size or location of the vents.</a:t>
            </a:r>
            <a:endParaRPr lang="zh-TW" altLang="en-US" dirty="0"/>
          </a:p>
          <a:p>
            <a:pPr marL="0" indent="0">
              <a:buNone/>
            </a:pPr>
            <a:endParaRPr lang="en-US" altLang="zh-TW" sz="1800" b="1" dirty="0">
              <a:solidFill>
                <a:srgbClr val="84BD00"/>
              </a:solidFill>
            </a:endParaRPr>
          </a:p>
        </p:txBody>
      </p:sp>
      <p:sp>
        <p:nvSpPr>
          <p:cNvPr id="13" name="頁尾版面配置區 4"/>
          <p:cNvSpPr>
            <a:spLocks noGrp="1"/>
          </p:cNvSpPr>
          <p:nvPr>
            <p:ph type="ftr" sz="quarter" idx="3"/>
          </p:nvPr>
        </p:nvSpPr>
        <p:spPr>
          <a:xfrm>
            <a:off x="3096768" y="6711696"/>
            <a:ext cx="5998464" cy="109728"/>
          </a:xfrm>
        </p:spPr>
        <p:txBody>
          <a:bodyPr/>
          <a:lstStyle/>
          <a:p>
            <a:endParaRPr lang="en-US" dirty="0"/>
          </a:p>
        </p:txBody>
      </p:sp>
      <p:sp>
        <p:nvSpPr>
          <p:cNvPr id="14" name="內容版面配置區 10"/>
          <p:cNvSpPr>
            <a:spLocks noGrp="1"/>
          </p:cNvSpPr>
          <p:nvPr>
            <p:ph sz="quarter" idx="14"/>
          </p:nvPr>
        </p:nvSpPr>
        <p:spPr>
          <a:xfrm>
            <a:off x="4521708" y="1172926"/>
            <a:ext cx="6415200" cy="4957200"/>
          </a:xfrm>
          <a:blipFill>
            <a:blip r:embed="rId2"/>
            <a:stretch>
              <a:fillRect/>
            </a:stretch>
          </a:blipFill>
        </p:spPr>
        <p:txBody>
          <a:bodyPr/>
          <a:lstStyle/>
          <a:p>
            <a:pPr>
              <a:buNone/>
            </a:pPr>
            <a:r>
              <a:rPr lang="en-US" altLang="zh-TW"/>
              <a:t> </a:t>
            </a:r>
            <a:endParaRPr lang="zh-TW" altLang="en-US" dirty="0"/>
          </a:p>
        </p:txBody>
      </p:sp>
    </p:spTree>
    <p:extLst>
      <p:ext uri="{BB962C8B-B14F-4D97-AF65-F5344CB8AC3E}">
        <p14:creationId xmlns:p14="http://schemas.microsoft.com/office/powerpoint/2010/main" val="356357516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標題 2"/>
          <p:cNvSpPr>
            <a:spLocks noGrp="1"/>
          </p:cNvSpPr>
          <p:nvPr>
            <p:ph type="title"/>
          </p:nvPr>
        </p:nvSpPr>
        <p:spPr>
          <a:xfrm>
            <a:off x="288134" y="265388"/>
            <a:ext cx="10149408" cy="457200"/>
          </a:xfrm>
        </p:spPr>
        <p:txBody>
          <a:bodyPr/>
          <a:lstStyle/>
          <a:p>
            <a:r>
              <a:rPr lang="en-US" altLang="zh-TW" dirty="0"/>
              <a:t>Result Advisor – Unbalanced flow</a:t>
            </a:r>
            <a:endParaRPr lang="zh-TW" altLang="en-US" dirty="0"/>
          </a:p>
        </p:txBody>
      </p:sp>
      <p:sp>
        <p:nvSpPr>
          <p:cNvPr id="10" name="內容版面配置區 7"/>
          <p:cNvSpPr>
            <a:spLocks noGrp="1"/>
          </p:cNvSpPr>
          <p:nvPr>
            <p:ph sz="quarter" idx="16"/>
          </p:nvPr>
        </p:nvSpPr>
        <p:spPr>
          <a:xfrm>
            <a:off x="308650" y="1172925"/>
            <a:ext cx="3877200" cy="4978492"/>
          </a:xfrm>
          <a:noFill/>
        </p:spPr>
        <p:txBody>
          <a:bodyPr vert="horz" lIns="0" tIns="0" rIns="0" bIns="0" rtlCol="0">
            <a:normAutofit fontScale="25000" lnSpcReduction="20000"/>
          </a:bodyPr>
          <a:lstStyle/>
          <a:p>
            <a:pPr marL="0" indent="0">
              <a:lnSpc>
                <a:spcPct val="110000"/>
              </a:lnSpc>
              <a:buFont typeface="Arial" pitchFamily="34" charset="0"/>
              <a:buNone/>
            </a:pPr>
            <a:r>
              <a:rPr lang="en-US" altLang="zh-TW" sz="8800" dirty="0"/>
              <a:t>Problem Description:</a:t>
            </a:r>
          </a:p>
          <a:p>
            <a:pPr lvl="1">
              <a:lnSpc>
                <a:spcPct val="110000"/>
              </a:lnSpc>
            </a:pPr>
            <a:r>
              <a:rPr lang="en-US" altLang="zh-TW" sz="8000" dirty="0"/>
              <a:t>The melt contribution for each gate is unbalanced.</a:t>
            </a:r>
          </a:p>
          <a:p>
            <a:pPr lvl="1">
              <a:lnSpc>
                <a:spcPct val="110000"/>
              </a:lnSpc>
            </a:pPr>
            <a:r>
              <a:rPr lang="en-US" altLang="zh-TW" sz="8000" dirty="0"/>
              <a:t>More plastic melt has been injected through one or more gates than the others.</a:t>
            </a:r>
          </a:p>
          <a:p>
            <a:pPr marL="0" indent="0">
              <a:lnSpc>
                <a:spcPct val="110000"/>
              </a:lnSpc>
              <a:buFont typeface="Arial" pitchFamily="34" charset="0"/>
              <a:buNone/>
            </a:pPr>
            <a:r>
              <a:rPr lang="en-US" altLang="zh-TW" sz="8800" dirty="0"/>
              <a:t>Solution:</a:t>
            </a:r>
          </a:p>
          <a:p>
            <a:pPr lvl="1">
              <a:lnSpc>
                <a:spcPct val="110000"/>
              </a:lnSpc>
            </a:pPr>
            <a:r>
              <a:rPr lang="en-US" altLang="zh-TW" sz="8000" dirty="0"/>
              <a:t>Change the gate location.</a:t>
            </a:r>
          </a:p>
          <a:p>
            <a:pPr lvl="1">
              <a:lnSpc>
                <a:spcPct val="110000"/>
              </a:lnSpc>
            </a:pPr>
            <a:r>
              <a:rPr lang="en-US" altLang="zh-TW" sz="8000" dirty="0"/>
              <a:t>Modify the gate diameter.</a:t>
            </a:r>
          </a:p>
          <a:p>
            <a:pPr lvl="1">
              <a:lnSpc>
                <a:spcPct val="110000"/>
              </a:lnSpc>
            </a:pPr>
            <a:r>
              <a:rPr lang="en-US" altLang="zh-TW" sz="8000" dirty="0"/>
              <a:t>Modify the model thickness.</a:t>
            </a:r>
          </a:p>
          <a:p>
            <a:pPr lvl="1">
              <a:lnSpc>
                <a:spcPct val="110000"/>
              </a:lnSpc>
            </a:pPr>
            <a:r>
              <a:rPr lang="en-US" altLang="zh-TW" sz="8000" dirty="0"/>
              <a:t>Modify the runner design</a:t>
            </a:r>
            <a:endParaRPr lang="zh-TW" altLang="en-US" sz="8000" dirty="0"/>
          </a:p>
          <a:p>
            <a:pPr marL="0" indent="0">
              <a:buNone/>
            </a:pPr>
            <a:endParaRPr lang="en-US" altLang="zh-TW" sz="1800" b="1" dirty="0">
              <a:solidFill>
                <a:srgbClr val="84BD00"/>
              </a:solidFill>
            </a:endParaRPr>
          </a:p>
        </p:txBody>
      </p:sp>
      <p:sp>
        <p:nvSpPr>
          <p:cNvPr id="13" name="頁尾版面配置區 4"/>
          <p:cNvSpPr>
            <a:spLocks noGrp="1"/>
          </p:cNvSpPr>
          <p:nvPr>
            <p:ph type="ftr" sz="quarter" idx="3"/>
          </p:nvPr>
        </p:nvSpPr>
        <p:spPr>
          <a:xfrm>
            <a:off x="3096768" y="6711696"/>
            <a:ext cx="5998464" cy="109728"/>
          </a:xfrm>
        </p:spPr>
        <p:txBody>
          <a:bodyPr/>
          <a:lstStyle/>
          <a:p>
            <a:endParaRPr lang="en-US" dirty="0"/>
          </a:p>
        </p:txBody>
      </p:sp>
      <p:sp>
        <p:nvSpPr>
          <p:cNvPr id="14" name="內容版面配置區 10"/>
          <p:cNvSpPr>
            <a:spLocks noGrp="1" noChangeAspect="1"/>
          </p:cNvSpPr>
          <p:nvPr>
            <p:ph sz="quarter" idx="14"/>
          </p:nvPr>
        </p:nvSpPr>
        <p:spPr>
          <a:xfrm>
            <a:off x="4521709" y="1172925"/>
            <a:ext cx="7149600" cy="4957200"/>
          </a:xfrm>
          <a:blipFill>
            <a:blip r:embed="rId2"/>
            <a:stretch>
              <a:fillRect/>
            </a:stretch>
          </a:blipFill>
        </p:spPr>
        <p:txBody>
          <a:bodyPr/>
          <a:lstStyle/>
          <a:p>
            <a:pPr>
              <a:buNone/>
            </a:pPr>
            <a:r>
              <a:rPr lang="en-US" altLang="zh-TW"/>
              <a:t> </a:t>
            </a:r>
            <a:endParaRPr lang="zh-TW" altLang="en-US" dirty="0"/>
          </a:p>
        </p:txBody>
      </p:sp>
    </p:spTree>
    <p:extLst>
      <p:ext uri="{BB962C8B-B14F-4D97-AF65-F5344CB8AC3E}">
        <p14:creationId xmlns:p14="http://schemas.microsoft.com/office/powerpoint/2010/main" val="287050659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943" y="2838070"/>
            <a:ext cx="10186176" cy="1181862"/>
          </a:xfrm>
        </p:spPr>
        <p:txBody>
          <a:bodyPr/>
          <a:lstStyle/>
          <a:p>
            <a:r>
              <a:rPr lang="en-US" dirty="0"/>
              <a:t>Analysis Conclusions and Recommendations</a:t>
            </a:r>
          </a:p>
        </p:txBody>
      </p:sp>
    </p:spTree>
    <p:extLst>
      <p:ext uri="{BB962C8B-B14F-4D97-AF65-F5344CB8AC3E}">
        <p14:creationId xmlns:p14="http://schemas.microsoft.com/office/powerpoint/2010/main" val="174494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內容版面配置區 7"/>
          <p:cNvSpPr>
            <a:spLocks noGrp="1"/>
          </p:cNvSpPr>
          <p:nvPr>
            <p:ph idx="1"/>
          </p:nvPr>
        </p:nvSpPr>
        <p:spPr>
          <a:xfrm>
            <a:off x="292609" y="1162534"/>
            <a:ext cx="11599650" cy="5029200"/>
          </a:xfrm>
        </p:spPr>
        <p:txBody>
          <a:bodyPr/>
          <a:lstStyle/>
          <a:p>
            <a:pPr marL="273582" indent="-273582">
              <a:spcBef>
                <a:spcPts val="2139"/>
              </a:spcBef>
              <a:buClr>
                <a:schemeClr val="tx1"/>
              </a:buClr>
            </a:pPr>
            <a:r>
              <a:rPr lang="en-US" altLang="zh-TW" sz="2200" dirty="0">
                <a:solidFill>
                  <a:schemeClr val="tx1"/>
                </a:solidFill>
              </a:rPr>
              <a:t>This part can be completed by the report author</a:t>
            </a:r>
          </a:p>
        </p:txBody>
      </p:sp>
      <p:sp>
        <p:nvSpPr>
          <p:cNvPr id="7" name="標題 6"/>
          <p:cNvSpPr>
            <a:spLocks noGrp="1"/>
          </p:cNvSpPr>
          <p:nvPr>
            <p:ph type="title"/>
          </p:nvPr>
        </p:nvSpPr>
        <p:spPr>
          <a:xfrm>
            <a:off x="292639" y="298978"/>
            <a:ext cx="10259568" cy="344710"/>
          </a:xfrm>
        </p:spPr>
        <p:txBody>
          <a:bodyPr/>
          <a:lstStyle/>
          <a:p>
            <a:r>
              <a:rPr lang="en-US" altLang="zh-TW" dirty="0"/>
              <a:t>Analysis Conclusions and Recommendations</a:t>
            </a:r>
            <a:endParaRPr lang="zh-TW" altLang="en-US" dirty="0"/>
          </a:p>
        </p:txBody>
      </p:sp>
      <p:sp>
        <p:nvSpPr>
          <p:cNvPr id="6" name="頁尾版面配置區 5"/>
          <p:cNvSpPr>
            <a:spLocks noGrp="1"/>
          </p:cNvSpPr>
          <p:nvPr>
            <p:ph type="ftr" sz="quarter" idx="3"/>
          </p:nvPr>
        </p:nvSpPr>
        <p:spPr/>
        <p:txBody>
          <a:bodyPr/>
          <a:lstStyle/>
          <a:p>
            <a:endParaRPr lang="en-US" dirty="0"/>
          </a:p>
        </p:txBody>
      </p:sp>
    </p:spTree>
    <p:extLst>
      <p:ext uri="{BB962C8B-B14F-4D97-AF65-F5344CB8AC3E}">
        <p14:creationId xmlns:p14="http://schemas.microsoft.com/office/powerpoint/2010/main" val="71353926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380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TC PPT Template">
  <a:themeElements>
    <a:clrScheme name="PTC 2016">
      <a:dk1>
        <a:srgbClr val="3D4647"/>
      </a:dk1>
      <a:lt1>
        <a:srgbClr val="FFFFFF"/>
      </a:lt1>
      <a:dk2>
        <a:srgbClr val="C8C9C7"/>
      </a:dk2>
      <a:lt2>
        <a:srgbClr val="6CC04A"/>
      </a:lt2>
      <a:accent1>
        <a:srgbClr val="236192"/>
      </a:accent1>
      <a:accent2>
        <a:srgbClr val="00ACC8"/>
      </a:accent2>
      <a:accent3>
        <a:srgbClr val="F38B00"/>
      </a:accent3>
      <a:accent4>
        <a:srgbClr val="007A3E"/>
      </a:accent4>
      <a:accent5>
        <a:srgbClr val="F1B434"/>
      </a:accent5>
      <a:accent6>
        <a:srgbClr val="912F46"/>
      </a:accent6>
      <a:hlink>
        <a:srgbClr val="8A204B"/>
      </a:hlink>
      <a:folHlink>
        <a:srgbClr val="833177"/>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1400" dirty="0" smtClean="0"/>
        </a:defPPr>
      </a:lstStyle>
    </a:txDef>
  </a:objectDefaults>
  <a:extraClrSchemeLst/>
  <a:extLst>
    <a:ext uri="{05A4C25C-085E-4340-85A3-A5531E510DB2}">
      <thm15:themeFamily xmlns:thm15="http://schemas.microsoft.com/office/thememl/2012/main" name="PTC PPT Template" id="{5281375E-A3E8-4A11-86FE-396579024A83}" vid="{3E38EDBE-89E6-401A-A759-7E9510EC0A2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0</TotalTime>
  <Words>1246</Words>
  <Application>Microsoft Office PowerPoint</Application>
  <PresentationFormat>Widescreen</PresentationFormat>
  <Paragraphs>209</Paragraphs>
  <Slides>33</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微軟正黑體</vt:lpstr>
      <vt:lpstr>Arial</vt:lpstr>
      <vt:lpstr>Arial Narrow</vt:lpstr>
      <vt:lpstr>Calibri</vt:lpstr>
      <vt:lpstr>Century Gothic</vt:lpstr>
      <vt:lpstr>PTC PPT Template</vt:lpstr>
      <vt:lpstr>Hair Dryer Report</vt:lpstr>
      <vt:lpstr>Table of Contents</vt:lpstr>
      <vt:lpstr>General Information</vt:lpstr>
      <vt:lpstr>Summary – Mesh</vt:lpstr>
      <vt:lpstr>Summary – Material</vt:lpstr>
      <vt:lpstr>Summary – Process</vt:lpstr>
      <vt:lpstr>Analysis Summary</vt:lpstr>
      <vt:lpstr>Melt Front Time</vt:lpstr>
      <vt:lpstr>Moldability</vt:lpstr>
      <vt:lpstr>Air Trap</vt:lpstr>
      <vt:lpstr>Weld Line</vt:lpstr>
      <vt:lpstr>Pressure</vt:lpstr>
      <vt:lpstr>Temperature</vt:lpstr>
      <vt:lpstr>Center Temperature</vt:lpstr>
      <vt:lpstr>Bulk Temperature</vt:lpstr>
      <vt:lpstr>Melt Front Temperature</vt:lpstr>
      <vt:lpstr>Max. Shear Rate</vt:lpstr>
      <vt:lpstr>Max. Shear Stress</vt:lpstr>
      <vt:lpstr>Frozen Layer Ratio</vt:lpstr>
      <vt:lpstr>Velocity Vector</vt:lpstr>
      <vt:lpstr>Volumetric Shrinkage</vt:lpstr>
      <vt:lpstr>Gate Contribution</vt:lpstr>
      <vt:lpstr>Sprue Pressure</vt:lpstr>
      <vt:lpstr>Clamping Force</vt:lpstr>
      <vt:lpstr>Flow Rate</vt:lpstr>
      <vt:lpstr>Result Advisor</vt:lpstr>
      <vt:lpstr>Possible issues found in Analysis</vt:lpstr>
      <vt:lpstr>Result Advisor – Weld line</vt:lpstr>
      <vt:lpstr>Result Advisor – Air trap</vt:lpstr>
      <vt:lpstr>Result Advisor – Unbalanced flow</vt:lpstr>
      <vt:lpstr>Analysis Conclusions and Recommendations</vt:lpstr>
      <vt:lpstr>Analysis Conclusions and 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2017-01-03T12:03:27Z</dcterms:created>
  <dcterms:modified xsi:type="dcterms:W3CDTF">2025-11-20T12:50:52Z</dcterms:modified>
</cp:coreProperties>
</file>